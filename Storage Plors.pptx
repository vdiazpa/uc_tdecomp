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13"/>
    <p:restoredTop sz="94694"/>
  </p:normalViewPr>
  <p:slideViewPr>
    <p:cSldViewPr snapToGrid="0">
      <p:cViewPr>
        <p:scale>
          <a:sx n="78" d="100"/>
          <a:sy n="78" d="100"/>
        </p:scale>
        <p:origin x="25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veronica126/Documents/UC_Tdecomp/Sol_bench72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veronica126/Documents/UC_Tdecomp/Sol_bench72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veronica126/Documents/UC_Tdecomp/Sol_bench72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Mono sol, T = 72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Sol_bench72!$C$593:$BV$593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18-3747-AB4E-4D837A191DEB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Sol_bench72!$C$594:$BV$594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18-3747-AB4E-4D837A191DEB}"/>
            </c:ext>
          </c:extLst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Sol_bench72!$C$595:$BV$595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18-3747-AB4E-4D837A191DEB}"/>
            </c:ext>
          </c:extLst>
        </c:ser>
        <c:ser>
          <c:idx val="3"/>
          <c:order val="3"/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Sol_bench72!$C$596:$BV$596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E18-3747-AB4E-4D837A191DEB}"/>
            </c:ext>
          </c:extLst>
        </c:ser>
        <c:ser>
          <c:idx val="4"/>
          <c:order val="4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Sol_bench72!$C$597:$BV$597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129.563286305742</c:v>
                </c:pt>
                <c:pt idx="8">
                  <c:v>129.563286305742</c:v>
                </c:pt>
                <c:pt idx="9">
                  <c:v>129.563286305742</c:v>
                </c:pt>
                <c:pt idx="10">
                  <c:v>149.14297643934799</c:v>
                </c:pt>
                <c:pt idx="11">
                  <c:v>149.14297643934799</c:v>
                </c:pt>
                <c:pt idx="12">
                  <c:v>176.63153890148399</c:v>
                </c:pt>
                <c:pt idx="13">
                  <c:v>220.64704905144899</c:v>
                </c:pt>
                <c:pt idx="14">
                  <c:v>220.64704905144899</c:v>
                </c:pt>
                <c:pt idx="15">
                  <c:v>223.218396998972</c:v>
                </c:pt>
                <c:pt idx="16">
                  <c:v>223.218396998972</c:v>
                </c:pt>
                <c:pt idx="17">
                  <c:v>235.23470540864199</c:v>
                </c:pt>
                <c:pt idx="18">
                  <c:v>235.23470540864199</c:v>
                </c:pt>
                <c:pt idx="19">
                  <c:v>235.23470540864199</c:v>
                </c:pt>
                <c:pt idx="20">
                  <c:v>235.23470540864199</c:v>
                </c:pt>
                <c:pt idx="21">
                  <c:v>235.23470540864199</c:v>
                </c:pt>
                <c:pt idx="22">
                  <c:v>235.23470540864199</c:v>
                </c:pt>
                <c:pt idx="23">
                  <c:v>235.23470540864199</c:v>
                </c:pt>
                <c:pt idx="24">
                  <c:v>235.23470540864199</c:v>
                </c:pt>
                <c:pt idx="25">
                  <c:v>212.526995549779</c:v>
                </c:pt>
                <c:pt idx="26">
                  <c:v>212.526995549779</c:v>
                </c:pt>
                <c:pt idx="27">
                  <c:v>212.35059119585401</c:v>
                </c:pt>
                <c:pt idx="28">
                  <c:v>173.59252980397801</c:v>
                </c:pt>
                <c:pt idx="29">
                  <c:v>173.59252980397801</c:v>
                </c:pt>
                <c:pt idx="30">
                  <c:v>166.63233979284601</c:v>
                </c:pt>
                <c:pt idx="31">
                  <c:v>166.63233979284601</c:v>
                </c:pt>
                <c:pt idx="32">
                  <c:v>163.48424108834601</c:v>
                </c:pt>
                <c:pt idx="33">
                  <c:v>128.947810393315</c:v>
                </c:pt>
                <c:pt idx="34">
                  <c:v>128.947810393315</c:v>
                </c:pt>
                <c:pt idx="35">
                  <c:v>128.947810393315</c:v>
                </c:pt>
                <c:pt idx="36">
                  <c:v>163.83705923153499</c:v>
                </c:pt>
                <c:pt idx="37">
                  <c:v>202.97491844804699</c:v>
                </c:pt>
                <c:pt idx="38">
                  <c:v>202.97491844804699</c:v>
                </c:pt>
                <c:pt idx="39">
                  <c:v>202.97491844804699</c:v>
                </c:pt>
                <c:pt idx="40">
                  <c:v>202.97491844804699</c:v>
                </c:pt>
                <c:pt idx="41">
                  <c:v>202.97491844804699</c:v>
                </c:pt>
                <c:pt idx="42">
                  <c:v>202.97491844804699</c:v>
                </c:pt>
                <c:pt idx="43">
                  <c:v>202.97491844804699</c:v>
                </c:pt>
                <c:pt idx="44">
                  <c:v>202.97491844804699</c:v>
                </c:pt>
                <c:pt idx="45">
                  <c:v>202.97491844804699</c:v>
                </c:pt>
                <c:pt idx="46">
                  <c:v>183.75064222055599</c:v>
                </c:pt>
                <c:pt idx="47">
                  <c:v>153.50632669538101</c:v>
                </c:pt>
                <c:pt idx="48">
                  <c:v>99.257756002331305</c:v>
                </c:pt>
                <c:pt idx="49">
                  <c:v>99.257756002331305</c:v>
                </c:pt>
                <c:pt idx="50">
                  <c:v>69.316989525767198</c:v>
                </c:pt>
                <c:pt idx="51">
                  <c:v>69.316989525767198</c:v>
                </c:pt>
                <c:pt idx="52">
                  <c:v>13.891846070211599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16.265764852980201</c:v>
                </c:pt>
                <c:pt idx="59">
                  <c:v>57.805487794840097</c:v>
                </c:pt>
                <c:pt idx="60">
                  <c:v>65.223830541171594</c:v>
                </c:pt>
                <c:pt idx="61">
                  <c:v>108.85957207397701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E18-3747-AB4E-4D837A191DEB}"/>
            </c:ext>
          </c:extLst>
        </c:ser>
        <c:ser>
          <c:idx val="5"/>
          <c:order val="5"/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Sol_bench72!$C$598:$BV$598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E18-3747-AB4E-4D837A191DEB}"/>
            </c:ext>
          </c:extLst>
        </c:ser>
        <c:ser>
          <c:idx val="6"/>
          <c:order val="6"/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Sol_bench72!$C$599:$BV$599</c:f>
              <c:numCache>
                <c:formatCode>General</c:formatCode>
                <c:ptCount val="72"/>
                <c:pt idx="0">
                  <c:v>299.29577465</c:v>
                </c:pt>
                <c:pt idx="1">
                  <c:v>299.29577465</c:v>
                </c:pt>
                <c:pt idx="2">
                  <c:v>299.29577465</c:v>
                </c:pt>
                <c:pt idx="3">
                  <c:v>299.29577465</c:v>
                </c:pt>
                <c:pt idx="4">
                  <c:v>299.29577465</c:v>
                </c:pt>
                <c:pt idx="5">
                  <c:v>299.29577465</c:v>
                </c:pt>
                <c:pt idx="6">
                  <c:v>299.29577465</c:v>
                </c:pt>
                <c:pt idx="7">
                  <c:v>299.29577465</c:v>
                </c:pt>
                <c:pt idx="8">
                  <c:v>299.29577465</c:v>
                </c:pt>
                <c:pt idx="9">
                  <c:v>299.29577465</c:v>
                </c:pt>
                <c:pt idx="10">
                  <c:v>299.29577465</c:v>
                </c:pt>
                <c:pt idx="11">
                  <c:v>299.29577465</c:v>
                </c:pt>
                <c:pt idx="12">
                  <c:v>299.29577465</c:v>
                </c:pt>
                <c:pt idx="13">
                  <c:v>299.29577465</c:v>
                </c:pt>
                <c:pt idx="14">
                  <c:v>299.29577465</c:v>
                </c:pt>
                <c:pt idx="15">
                  <c:v>299.29577465</c:v>
                </c:pt>
                <c:pt idx="16">
                  <c:v>299.29577465</c:v>
                </c:pt>
                <c:pt idx="17">
                  <c:v>299.29577465</c:v>
                </c:pt>
                <c:pt idx="18">
                  <c:v>299.29577465</c:v>
                </c:pt>
                <c:pt idx="19">
                  <c:v>299.29577465</c:v>
                </c:pt>
                <c:pt idx="20">
                  <c:v>299.29577465</c:v>
                </c:pt>
                <c:pt idx="21">
                  <c:v>299.29577465</c:v>
                </c:pt>
                <c:pt idx="22">
                  <c:v>299.29577465</c:v>
                </c:pt>
                <c:pt idx="23">
                  <c:v>299.29577465</c:v>
                </c:pt>
                <c:pt idx="24">
                  <c:v>299.29577465</c:v>
                </c:pt>
                <c:pt idx="25">
                  <c:v>299.29577465</c:v>
                </c:pt>
                <c:pt idx="26">
                  <c:v>299.29577465</c:v>
                </c:pt>
                <c:pt idx="27">
                  <c:v>299.29577465</c:v>
                </c:pt>
                <c:pt idx="28">
                  <c:v>299.29577465</c:v>
                </c:pt>
                <c:pt idx="29">
                  <c:v>299.29577465</c:v>
                </c:pt>
                <c:pt idx="30">
                  <c:v>299.29577465</c:v>
                </c:pt>
                <c:pt idx="31">
                  <c:v>299.29577465</c:v>
                </c:pt>
                <c:pt idx="32">
                  <c:v>299.29577465</c:v>
                </c:pt>
                <c:pt idx="33">
                  <c:v>299.29577465</c:v>
                </c:pt>
                <c:pt idx="34">
                  <c:v>299.29577465</c:v>
                </c:pt>
                <c:pt idx="35">
                  <c:v>299.29577465</c:v>
                </c:pt>
                <c:pt idx="36">
                  <c:v>299.29577465</c:v>
                </c:pt>
                <c:pt idx="37">
                  <c:v>299.29577465</c:v>
                </c:pt>
                <c:pt idx="38">
                  <c:v>299.29577465</c:v>
                </c:pt>
                <c:pt idx="39">
                  <c:v>299.29577465</c:v>
                </c:pt>
                <c:pt idx="40">
                  <c:v>299.29577465</c:v>
                </c:pt>
                <c:pt idx="41">
                  <c:v>299.29577465</c:v>
                </c:pt>
                <c:pt idx="42">
                  <c:v>299.29577465</c:v>
                </c:pt>
                <c:pt idx="43">
                  <c:v>299.29577465</c:v>
                </c:pt>
                <c:pt idx="44">
                  <c:v>299.29577465</c:v>
                </c:pt>
                <c:pt idx="45">
                  <c:v>299.29577465</c:v>
                </c:pt>
                <c:pt idx="46">
                  <c:v>299.29577465</c:v>
                </c:pt>
                <c:pt idx="47">
                  <c:v>299.29577465</c:v>
                </c:pt>
                <c:pt idx="48">
                  <c:v>299.29577465</c:v>
                </c:pt>
                <c:pt idx="49">
                  <c:v>299.29577465</c:v>
                </c:pt>
                <c:pt idx="50">
                  <c:v>299.29577465</c:v>
                </c:pt>
                <c:pt idx="51">
                  <c:v>299.29577465</c:v>
                </c:pt>
                <c:pt idx="52">
                  <c:v>299.29577465</c:v>
                </c:pt>
                <c:pt idx="53">
                  <c:v>299.29577465</c:v>
                </c:pt>
                <c:pt idx="54">
                  <c:v>299.29577465</c:v>
                </c:pt>
                <c:pt idx="55">
                  <c:v>299.29577465</c:v>
                </c:pt>
                <c:pt idx="56">
                  <c:v>299.29577465</c:v>
                </c:pt>
                <c:pt idx="57">
                  <c:v>299.29577465</c:v>
                </c:pt>
                <c:pt idx="58">
                  <c:v>299.29577465</c:v>
                </c:pt>
                <c:pt idx="59">
                  <c:v>299.29577465</c:v>
                </c:pt>
                <c:pt idx="60">
                  <c:v>299.29577465</c:v>
                </c:pt>
                <c:pt idx="61">
                  <c:v>299.29577465</c:v>
                </c:pt>
                <c:pt idx="62">
                  <c:v>299.29577465</c:v>
                </c:pt>
                <c:pt idx="63">
                  <c:v>299.29577465</c:v>
                </c:pt>
                <c:pt idx="64">
                  <c:v>299.29577465</c:v>
                </c:pt>
                <c:pt idx="65">
                  <c:v>299.29577465</c:v>
                </c:pt>
                <c:pt idx="66">
                  <c:v>299.29577465</c:v>
                </c:pt>
                <c:pt idx="67">
                  <c:v>299.29577465</c:v>
                </c:pt>
                <c:pt idx="68">
                  <c:v>299.29577465</c:v>
                </c:pt>
                <c:pt idx="69">
                  <c:v>299.29577465</c:v>
                </c:pt>
                <c:pt idx="70">
                  <c:v>299.29577465</c:v>
                </c:pt>
                <c:pt idx="71">
                  <c:v>299.29577465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E18-3747-AB4E-4D837A191DEB}"/>
            </c:ext>
          </c:extLst>
        </c:ser>
        <c:ser>
          <c:idx val="7"/>
          <c:order val="7"/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Sol_bench72!$C$600:$BV$600</c:f>
              <c:numCache>
                <c:formatCode>General</c:formatCode>
                <c:ptCount val="72"/>
                <c:pt idx="0">
                  <c:v>299.29577465</c:v>
                </c:pt>
                <c:pt idx="1">
                  <c:v>299.29577465</c:v>
                </c:pt>
                <c:pt idx="2">
                  <c:v>299.29577465</c:v>
                </c:pt>
                <c:pt idx="3">
                  <c:v>299.29577465</c:v>
                </c:pt>
                <c:pt idx="4">
                  <c:v>299.29577465</c:v>
                </c:pt>
                <c:pt idx="5">
                  <c:v>299.29577465</c:v>
                </c:pt>
                <c:pt idx="6">
                  <c:v>299.29577465</c:v>
                </c:pt>
                <c:pt idx="7">
                  <c:v>299.29577465</c:v>
                </c:pt>
                <c:pt idx="8">
                  <c:v>299.29577465</c:v>
                </c:pt>
                <c:pt idx="9">
                  <c:v>299.29577465</c:v>
                </c:pt>
                <c:pt idx="10">
                  <c:v>299.29577465</c:v>
                </c:pt>
                <c:pt idx="11">
                  <c:v>299.29577465</c:v>
                </c:pt>
                <c:pt idx="12">
                  <c:v>299.29577465</c:v>
                </c:pt>
                <c:pt idx="13">
                  <c:v>299.29577465</c:v>
                </c:pt>
                <c:pt idx="14">
                  <c:v>299.29577465</c:v>
                </c:pt>
                <c:pt idx="15">
                  <c:v>299.29577465</c:v>
                </c:pt>
                <c:pt idx="16">
                  <c:v>299.29577465</c:v>
                </c:pt>
                <c:pt idx="17">
                  <c:v>299.29577465</c:v>
                </c:pt>
                <c:pt idx="18">
                  <c:v>299.29577465</c:v>
                </c:pt>
                <c:pt idx="19">
                  <c:v>299.29577465</c:v>
                </c:pt>
                <c:pt idx="20">
                  <c:v>299.29577465</c:v>
                </c:pt>
                <c:pt idx="21">
                  <c:v>299.29577465</c:v>
                </c:pt>
                <c:pt idx="22">
                  <c:v>299.29577465</c:v>
                </c:pt>
                <c:pt idx="23">
                  <c:v>299.29577465</c:v>
                </c:pt>
                <c:pt idx="24">
                  <c:v>299.29577465</c:v>
                </c:pt>
                <c:pt idx="25">
                  <c:v>299.29577465</c:v>
                </c:pt>
                <c:pt idx="26">
                  <c:v>299.29577465</c:v>
                </c:pt>
                <c:pt idx="27">
                  <c:v>299.29577465</c:v>
                </c:pt>
                <c:pt idx="28">
                  <c:v>299.29577465</c:v>
                </c:pt>
                <c:pt idx="29">
                  <c:v>299.29577465</c:v>
                </c:pt>
                <c:pt idx="30">
                  <c:v>299.29577465</c:v>
                </c:pt>
                <c:pt idx="31">
                  <c:v>299.29577465</c:v>
                </c:pt>
                <c:pt idx="32">
                  <c:v>299.29577465</c:v>
                </c:pt>
                <c:pt idx="33">
                  <c:v>299.29577465</c:v>
                </c:pt>
                <c:pt idx="34">
                  <c:v>299.29577465</c:v>
                </c:pt>
                <c:pt idx="35">
                  <c:v>299.29577465</c:v>
                </c:pt>
                <c:pt idx="36">
                  <c:v>299.29577465</c:v>
                </c:pt>
                <c:pt idx="37">
                  <c:v>299.29577465</c:v>
                </c:pt>
                <c:pt idx="38">
                  <c:v>299.29577465</c:v>
                </c:pt>
                <c:pt idx="39">
                  <c:v>299.29577465</c:v>
                </c:pt>
                <c:pt idx="40">
                  <c:v>299.29577465</c:v>
                </c:pt>
                <c:pt idx="41">
                  <c:v>299.29577465</c:v>
                </c:pt>
                <c:pt idx="42">
                  <c:v>299.29577465</c:v>
                </c:pt>
                <c:pt idx="43">
                  <c:v>299.29577465</c:v>
                </c:pt>
                <c:pt idx="44">
                  <c:v>299.29577465</c:v>
                </c:pt>
                <c:pt idx="45">
                  <c:v>299.29577465</c:v>
                </c:pt>
                <c:pt idx="46">
                  <c:v>299.29577465</c:v>
                </c:pt>
                <c:pt idx="47">
                  <c:v>299.29577465</c:v>
                </c:pt>
                <c:pt idx="48">
                  <c:v>289.97873306410702</c:v>
                </c:pt>
                <c:pt idx="49">
                  <c:v>283.112463567227</c:v>
                </c:pt>
                <c:pt idx="50">
                  <c:v>275.13226157133403</c:v>
                </c:pt>
                <c:pt idx="51">
                  <c:v>275.13226157133403</c:v>
                </c:pt>
                <c:pt idx="52">
                  <c:v>272.69307209877502</c:v>
                </c:pt>
                <c:pt idx="53">
                  <c:v>272.69307209877502</c:v>
                </c:pt>
                <c:pt idx="54">
                  <c:v>267.72587293621598</c:v>
                </c:pt>
                <c:pt idx="55">
                  <c:v>267.72587293621598</c:v>
                </c:pt>
                <c:pt idx="56">
                  <c:v>260.25861324810103</c:v>
                </c:pt>
                <c:pt idx="57">
                  <c:v>254.02617313443099</c:v>
                </c:pt>
                <c:pt idx="58">
                  <c:v>249.077164352983</c:v>
                </c:pt>
                <c:pt idx="59">
                  <c:v>249.39115583971</c:v>
                </c:pt>
                <c:pt idx="60">
                  <c:v>254.12556456903701</c:v>
                </c:pt>
                <c:pt idx="61">
                  <c:v>258.33690283656398</c:v>
                </c:pt>
                <c:pt idx="62">
                  <c:v>259.721370992191</c:v>
                </c:pt>
                <c:pt idx="63">
                  <c:v>259.721370992191</c:v>
                </c:pt>
                <c:pt idx="64">
                  <c:v>259.721370992191</c:v>
                </c:pt>
                <c:pt idx="65">
                  <c:v>259.721370992191</c:v>
                </c:pt>
                <c:pt idx="66">
                  <c:v>265.55670407621801</c:v>
                </c:pt>
                <c:pt idx="67">
                  <c:v>276.61162256444499</c:v>
                </c:pt>
                <c:pt idx="68">
                  <c:v>286.58809703297197</c:v>
                </c:pt>
                <c:pt idx="69">
                  <c:v>299.29577465</c:v>
                </c:pt>
                <c:pt idx="70">
                  <c:v>299.29577465</c:v>
                </c:pt>
                <c:pt idx="71">
                  <c:v>299.29577465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5E18-3747-AB4E-4D837A191DEB}"/>
            </c:ext>
          </c:extLst>
        </c:ser>
        <c:ser>
          <c:idx val="8"/>
          <c:order val="8"/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Sol_bench72!$C$601:$BV$601</c:f>
              <c:numCache>
                <c:formatCode>General</c:formatCode>
                <c:ptCount val="72"/>
                <c:pt idx="0">
                  <c:v>299.29577465</c:v>
                </c:pt>
                <c:pt idx="1">
                  <c:v>299.29577465</c:v>
                </c:pt>
                <c:pt idx="2">
                  <c:v>299.29577465</c:v>
                </c:pt>
                <c:pt idx="3">
                  <c:v>299.29577465</c:v>
                </c:pt>
                <c:pt idx="4">
                  <c:v>299.29577465</c:v>
                </c:pt>
                <c:pt idx="5">
                  <c:v>299.29577465</c:v>
                </c:pt>
                <c:pt idx="6">
                  <c:v>299.29577465</c:v>
                </c:pt>
                <c:pt idx="7">
                  <c:v>299.29577465</c:v>
                </c:pt>
                <c:pt idx="8">
                  <c:v>299.29577465</c:v>
                </c:pt>
                <c:pt idx="9">
                  <c:v>299.29577465</c:v>
                </c:pt>
                <c:pt idx="10">
                  <c:v>299.29577465</c:v>
                </c:pt>
                <c:pt idx="11">
                  <c:v>299.29577465</c:v>
                </c:pt>
                <c:pt idx="12">
                  <c:v>299.29577465</c:v>
                </c:pt>
                <c:pt idx="13">
                  <c:v>299.29577465</c:v>
                </c:pt>
                <c:pt idx="14">
                  <c:v>299.29577465</c:v>
                </c:pt>
                <c:pt idx="15">
                  <c:v>299.29577465</c:v>
                </c:pt>
                <c:pt idx="16">
                  <c:v>299.29577465</c:v>
                </c:pt>
                <c:pt idx="17">
                  <c:v>299.29577465</c:v>
                </c:pt>
                <c:pt idx="18">
                  <c:v>299.29577465</c:v>
                </c:pt>
                <c:pt idx="19">
                  <c:v>299.29577465</c:v>
                </c:pt>
                <c:pt idx="20">
                  <c:v>299.29577465</c:v>
                </c:pt>
                <c:pt idx="21">
                  <c:v>299.29577465</c:v>
                </c:pt>
                <c:pt idx="22">
                  <c:v>299.29577465</c:v>
                </c:pt>
                <c:pt idx="23">
                  <c:v>299.29577465</c:v>
                </c:pt>
                <c:pt idx="24">
                  <c:v>299.29577465</c:v>
                </c:pt>
                <c:pt idx="25">
                  <c:v>299.29577465</c:v>
                </c:pt>
                <c:pt idx="26">
                  <c:v>299.29577465</c:v>
                </c:pt>
                <c:pt idx="27">
                  <c:v>299.29577465</c:v>
                </c:pt>
                <c:pt idx="28">
                  <c:v>299.29577465</c:v>
                </c:pt>
                <c:pt idx="29">
                  <c:v>299.29577465</c:v>
                </c:pt>
                <c:pt idx="30">
                  <c:v>299.29577465</c:v>
                </c:pt>
                <c:pt idx="31">
                  <c:v>299.29577465</c:v>
                </c:pt>
                <c:pt idx="32">
                  <c:v>299.29577465</c:v>
                </c:pt>
                <c:pt idx="33">
                  <c:v>299.29577465</c:v>
                </c:pt>
                <c:pt idx="34">
                  <c:v>299.29577465</c:v>
                </c:pt>
                <c:pt idx="35">
                  <c:v>299.29577465</c:v>
                </c:pt>
                <c:pt idx="36">
                  <c:v>299.29577465</c:v>
                </c:pt>
                <c:pt idx="37">
                  <c:v>299.29577465</c:v>
                </c:pt>
                <c:pt idx="38">
                  <c:v>299.29577465</c:v>
                </c:pt>
                <c:pt idx="39">
                  <c:v>299.29577465</c:v>
                </c:pt>
                <c:pt idx="40">
                  <c:v>299.29577465</c:v>
                </c:pt>
                <c:pt idx="41">
                  <c:v>299.29577465</c:v>
                </c:pt>
                <c:pt idx="42">
                  <c:v>299.29577465</c:v>
                </c:pt>
                <c:pt idx="43">
                  <c:v>299.29577465</c:v>
                </c:pt>
                <c:pt idx="44">
                  <c:v>299.29577465</c:v>
                </c:pt>
                <c:pt idx="45">
                  <c:v>299.29577465</c:v>
                </c:pt>
                <c:pt idx="46">
                  <c:v>299.29577465</c:v>
                </c:pt>
                <c:pt idx="47">
                  <c:v>299.29577465</c:v>
                </c:pt>
                <c:pt idx="48">
                  <c:v>299.29577465</c:v>
                </c:pt>
                <c:pt idx="49">
                  <c:v>299.29577465</c:v>
                </c:pt>
                <c:pt idx="50">
                  <c:v>299.29577465</c:v>
                </c:pt>
                <c:pt idx="51">
                  <c:v>299.29577465</c:v>
                </c:pt>
                <c:pt idx="52">
                  <c:v>299.29577465</c:v>
                </c:pt>
                <c:pt idx="53">
                  <c:v>299.29577465</c:v>
                </c:pt>
                <c:pt idx="54">
                  <c:v>299.29577465</c:v>
                </c:pt>
                <c:pt idx="55">
                  <c:v>299.29577465</c:v>
                </c:pt>
                <c:pt idx="56">
                  <c:v>299.29577465</c:v>
                </c:pt>
                <c:pt idx="57">
                  <c:v>299.29577465</c:v>
                </c:pt>
                <c:pt idx="58">
                  <c:v>299.29577465</c:v>
                </c:pt>
                <c:pt idx="59">
                  <c:v>299.29577465</c:v>
                </c:pt>
                <c:pt idx="60">
                  <c:v>299.29577465</c:v>
                </c:pt>
                <c:pt idx="61">
                  <c:v>299.29577465</c:v>
                </c:pt>
                <c:pt idx="62">
                  <c:v>299.29577465</c:v>
                </c:pt>
                <c:pt idx="63">
                  <c:v>299.29577465</c:v>
                </c:pt>
                <c:pt idx="64">
                  <c:v>299.29577465</c:v>
                </c:pt>
                <c:pt idx="65">
                  <c:v>299.29577465</c:v>
                </c:pt>
                <c:pt idx="66">
                  <c:v>299.29577465</c:v>
                </c:pt>
                <c:pt idx="67">
                  <c:v>299.29577465</c:v>
                </c:pt>
                <c:pt idx="68">
                  <c:v>299.29577465</c:v>
                </c:pt>
                <c:pt idx="69">
                  <c:v>299.29577465</c:v>
                </c:pt>
                <c:pt idx="70">
                  <c:v>299.29577465</c:v>
                </c:pt>
                <c:pt idx="71">
                  <c:v>299.29577465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5E18-3747-AB4E-4D837A191DEB}"/>
            </c:ext>
          </c:extLst>
        </c:ser>
        <c:ser>
          <c:idx val="9"/>
          <c:order val="9"/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Sol_bench72!$C$602:$BV$602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5E18-3747-AB4E-4D837A191DEB}"/>
            </c:ext>
          </c:extLst>
        </c:ser>
        <c:ser>
          <c:idx val="10"/>
          <c:order val="10"/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Sol_bench72!$C$603:$BV$603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5E18-3747-AB4E-4D837A191DEB}"/>
            </c:ext>
          </c:extLst>
        </c:ser>
        <c:ser>
          <c:idx val="11"/>
          <c:order val="11"/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Sol_bench72!$C$604:$BV$604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5E18-3747-AB4E-4D837A191DEB}"/>
            </c:ext>
          </c:extLst>
        </c:ser>
        <c:ser>
          <c:idx val="12"/>
          <c:order val="12"/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Sol_bench72!$C$605:$BV$605</c:f>
              <c:numCache>
                <c:formatCode>General</c:formatCode>
                <c:ptCount val="72"/>
                <c:pt idx="0">
                  <c:v>76.027840429538998</c:v>
                </c:pt>
                <c:pt idx="1">
                  <c:v>73.548162864597501</c:v>
                </c:pt>
                <c:pt idx="2">
                  <c:v>67.998471013018602</c:v>
                </c:pt>
                <c:pt idx="3">
                  <c:v>67.998471013018602</c:v>
                </c:pt>
                <c:pt idx="4">
                  <c:v>62.457172746814699</c:v>
                </c:pt>
                <c:pt idx="5">
                  <c:v>62.457172746814699</c:v>
                </c:pt>
                <c:pt idx="6">
                  <c:v>57.8073518707169</c:v>
                </c:pt>
                <c:pt idx="7">
                  <c:v>57.8073518707169</c:v>
                </c:pt>
                <c:pt idx="8">
                  <c:v>57.8073518707169</c:v>
                </c:pt>
                <c:pt idx="9">
                  <c:v>26.0542360529993</c:v>
                </c:pt>
                <c:pt idx="10">
                  <c:v>26.0542360529993</c:v>
                </c:pt>
                <c:pt idx="11">
                  <c:v>60.938522318859299</c:v>
                </c:pt>
                <c:pt idx="12">
                  <c:v>60.938522318859299</c:v>
                </c:pt>
                <c:pt idx="13">
                  <c:v>60.938522318859299</c:v>
                </c:pt>
                <c:pt idx="14">
                  <c:v>85.388127259541506</c:v>
                </c:pt>
                <c:pt idx="15">
                  <c:v>123.099394864541</c:v>
                </c:pt>
                <c:pt idx="16">
                  <c:v>137.60380967096299</c:v>
                </c:pt>
                <c:pt idx="17">
                  <c:v>137.60380967096299</c:v>
                </c:pt>
                <c:pt idx="18">
                  <c:v>137.60380967096299</c:v>
                </c:pt>
                <c:pt idx="19">
                  <c:v>137.60380967096299</c:v>
                </c:pt>
                <c:pt idx="20">
                  <c:v>137.60380967096299</c:v>
                </c:pt>
                <c:pt idx="21">
                  <c:v>137.60380967096299</c:v>
                </c:pt>
                <c:pt idx="22">
                  <c:v>91.046689170963106</c:v>
                </c:pt>
                <c:pt idx="23">
                  <c:v>83.802816899999996</c:v>
                </c:pt>
                <c:pt idx="24">
                  <c:v>80.544349256436604</c:v>
                </c:pt>
                <c:pt idx="25">
                  <c:v>80.544349256436604</c:v>
                </c:pt>
                <c:pt idx="26">
                  <c:v>71.570575438599406</c:v>
                </c:pt>
                <c:pt idx="27">
                  <c:v>71.570575438599406</c:v>
                </c:pt>
                <c:pt idx="28">
                  <c:v>66.154390603107402</c:v>
                </c:pt>
                <c:pt idx="29">
                  <c:v>36.397991450974999</c:v>
                </c:pt>
                <c:pt idx="30">
                  <c:v>36.397991450974999</c:v>
                </c:pt>
                <c:pt idx="31">
                  <c:v>34.014966537667</c:v>
                </c:pt>
                <c:pt idx="32">
                  <c:v>34.014966537667</c:v>
                </c:pt>
                <c:pt idx="33">
                  <c:v>34.014966537667</c:v>
                </c:pt>
                <c:pt idx="34">
                  <c:v>46.616544527668097</c:v>
                </c:pt>
                <c:pt idx="35">
                  <c:v>58.731092632525502</c:v>
                </c:pt>
                <c:pt idx="36">
                  <c:v>58.731092632525502</c:v>
                </c:pt>
                <c:pt idx="37">
                  <c:v>58.731092632525502</c:v>
                </c:pt>
                <c:pt idx="38">
                  <c:v>78.374773010562606</c:v>
                </c:pt>
                <c:pt idx="39">
                  <c:v>112.57702723365399</c:v>
                </c:pt>
                <c:pt idx="40">
                  <c:v>122.726000142359</c:v>
                </c:pt>
                <c:pt idx="41">
                  <c:v>151.03577787656801</c:v>
                </c:pt>
                <c:pt idx="42">
                  <c:v>151.03577787656801</c:v>
                </c:pt>
                <c:pt idx="43">
                  <c:v>151.03577787656801</c:v>
                </c:pt>
                <c:pt idx="44">
                  <c:v>151.03577787656801</c:v>
                </c:pt>
                <c:pt idx="45">
                  <c:v>151.03577787656801</c:v>
                </c:pt>
                <c:pt idx="46">
                  <c:v>151.03577787656801</c:v>
                </c:pt>
                <c:pt idx="47">
                  <c:v>151.03577787656801</c:v>
                </c:pt>
                <c:pt idx="48">
                  <c:v>151.03577787656801</c:v>
                </c:pt>
                <c:pt idx="49">
                  <c:v>132.340484077084</c:v>
                </c:pt>
                <c:pt idx="50">
                  <c:v>132.340484077084</c:v>
                </c:pt>
                <c:pt idx="51">
                  <c:v>95.678823975018304</c:v>
                </c:pt>
                <c:pt idx="52">
                  <c:v>88.020578508183306</c:v>
                </c:pt>
                <c:pt idx="53">
                  <c:v>41.463458008183302</c:v>
                </c:pt>
                <c:pt idx="54">
                  <c:v>41.463458008183302</c:v>
                </c:pt>
                <c:pt idx="55">
                  <c:v>41.463458008183302</c:v>
                </c:pt>
                <c:pt idx="56">
                  <c:v>41.463458008183302</c:v>
                </c:pt>
                <c:pt idx="57">
                  <c:v>14.6554789566885</c:v>
                </c:pt>
                <c:pt idx="58">
                  <c:v>14.6554789566885</c:v>
                </c:pt>
                <c:pt idx="59">
                  <c:v>14.6554789566885</c:v>
                </c:pt>
                <c:pt idx="60">
                  <c:v>42.080282995754402</c:v>
                </c:pt>
                <c:pt idx="61">
                  <c:v>42.080282995754402</c:v>
                </c:pt>
                <c:pt idx="62">
                  <c:v>42.080282995754402</c:v>
                </c:pt>
                <c:pt idx="63">
                  <c:v>68.187057408944</c:v>
                </c:pt>
                <c:pt idx="64">
                  <c:v>98.499972599329496</c:v>
                </c:pt>
                <c:pt idx="65">
                  <c:v>133.25289278323399</c:v>
                </c:pt>
                <c:pt idx="66">
                  <c:v>133.25289278323399</c:v>
                </c:pt>
                <c:pt idx="67">
                  <c:v>133.25289278323399</c:v>
                </c:pt>
                <c:pt idx="68">
                  <c:v>133.25289278323399</c:v>
                </c:pt>
                <c:pt idx="69">
                  <c:v>133.25289278323399</c:v>
                </c:pt>
                <c:pt idx="70">
                  <c:v>130.35993740000001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5E18-3747-AB4E-4D837A191DEB}"/>
            </c:ext>
          </c:extLst>
        </c:ser>
        <c:ser>
          <c:idx val="13"/>
          <c:order val="13"/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Sol_bench72!$C$606:$BV$606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84.358418818897405</c:v>
                </c:pt>
                <c:pt idx="2">
                  <c:v>84.661496007240103</c:v>
                </c:pt>
                <c:pt idx="3">
                  <c:v>86.609575628789898</c:v>
                </c:pt>
                <c:pt idx="4">
                  <c:v>86.609575628789898</c:v>
                </c:pt>
                <c:pt idx="5">
                  <c:v>89.749074210627498</c:v>
                </c:pt>
                <c:pt idx="6">
                  <c:v>96.230664853590298</c:v>
                </c:pt>
                <c:pt idx="7">
                  <c:v>103.565475358548</c:v>
                </c:pt>
                <c:pt idx="8">
                  <c:v>103.565475358548</c:v>
                </c:pt>
                <c:pt idx="9">
                  <c:v>109.046273433191</c:v>
                </c:pt>
                <c:pt idx="10">
                  <c:v>110.653321156853</c:v>
                </c:pt>
                <c:pt idx="11">
                  <c:v>110.653321156853</c:v>
                </c:pt>
                <c:pt idx="12">
                  <c:v>110.653321156853</c:v>
                </c:pt>
                <c:pt idx="13">
                  <c:v>110.653321156853</c:v>
                </c:pt>
                <c:pt idx="14">
                  <c:v>106.43704873726099</c:v>
                </c:pt>
                <c:pt idx="15">
                  <c:v>105.055812344833</c:v>
                </c:pt>
                <c:pt idx="16">
                  <c:v>103.248303831294</c:v>
                </c:pt>
                <c:pt idx="17">
                  <c:v>103.248303831294</c:v>
                </c:pt>
                <c:pt idx="18">
                  <c:v>103.248303831294</c:v>
                </c:pt>
                <c:pt idx="19">
                  <c:v>103.248303831294</c:v>
                </c:pt>
                <c:pt idx="20">
                  <c:v>103.248303831294</c:v>
                </c:pt>
                <c:pt idx="21">
                  <c:v>99.342396607413306</c:v>
                </c:pt>
                <c:pt idx="22">
                  <c:v>96.142453488673198</c:v>
                </c:pt>
                <c:pt idx="23">
                  <c:v>91.560327208748603</c:v>
                </c:pt>
                <c:pt idx="24">
                  <c:v>87.347787181869407</c:v>
                </c:pt>
                <c:pt idx="25">
                  <c:v>85.334799243554002</c:v>
                </c:pt>
                <c:pt idx="26">
                  <c:v>84.529848997865699</c:v>
                </c:pt>
                <c:pt idx="27">
                  <c:v>84.141811609960897</c:v>
                </c:pt>
                <c:pt idx="28">
                  <c:v>83.617365023131896</c:v>
                </c:pt>
                <c:pt idx="29">
                  <c:v>83.084673758604893</c:v>
                </c:pt>
                <c:pt idx="30">
                  <c:v>82.685125284494106</c:v>
                </c:pt>
                <c:pt idx="31">
                  <c:v>81.8737243703373</c:v>
                </c:pt>
                <c:pt idx="32">
                  <c:v>83.383816801894696</c:v>
                </c:pt>
                <c:pt idx="33">
                  <c:v>83.383816801894696</c:v>
                </c:pt>
                <c:pt idx="34">
                  <c:v>82.942995570247504</c:v>
                </c:pt>
                <c:pt idx="35">
                  <c:v>82.802985642003193</c:v>
                </c:pt>
                <c:pt idx="36">
                  <c:v>81.743372235708904</c:v>
                </c:pt>
                <c:pt idx="37">
                  <c:v>80.941006727759401</c:v>
                </c:pt>
                <c:pt idx="38">
                  <c:v>80.941006727759401</c:v>
                </c:pt>
                <c:pt idx="39">
                  <c:v>82.661769889841096</c:v>
                </c:pt>
                <c:pt idx="40">
                  <c:v>82.661769889841096</c:v>
                </c:pt>
                <c:pt idx="41">
                  <c:v>84.617814893129093</c:v>
                </c:pt>
                <c:pt idx="42">
                  <c:v>84.617814893129093</c:v>
                </c:pt>
                <c:pt idx="43">
                  <c:v>84.617814893129093</c:v>
                </c:pt>
                <c:pt idx="44">
                  <c:v>84.224062349778293</c:v>
                </c:pt>
                <c:pt idx="45">
                  <c:v>84.224062349778293</c:v>
                </c:pt>
                <c:pt idx="46">
                  <c:v>83.914069099595594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5E18-3747-AB4E-4D837A191DEB}"/>
            </c:ext>
          </c:extLst>
        </c:ser>
        <c:ser>
          <c:idx val="14"/>
          <c:order val="14"/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Sol_bench72!$C$607:$BV$607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79.230889685315802</c:v>
                </c:pt>
                <c:pt idx="4">
                  <c:v>79.230889685315802</c:v>
                </c:pt>
                <c:pt idx="5">
                  <c:v>73.787075716537601</c:v>
                </c:pt>
                <c:pt idx="6">
                  <c:v>73.787075716537601</c:v>
                </c:pt>
                <c:pt idx="7">
                  <c:v>72.155633370334499</c:v>
                </c:pt>
                <c:pt idx="8">
                  <c:v>72.155633370334499</c:v>
                </c:pt>
                <c:pt idx="9">
                  <c:v>72.155633370334499</c:v>
                </c:pt>
                <c:pt idx="10">
                  <c:v>91.011267177334503</c:v>
                </c:pt>
                <c:pt idx="11">
                  <c:v>92.183098571999906</c:v>
                </c:pt>
                <c:pt idx="12">
                  <c:v>111.038732378999</c:v>
                </c:pt>
                <c:pt idx="13">
                  <c:v>111.038732378999</c:v>
                </c:pt>
                <c:pt idx="14">
                  <c:v>129.89436618599899</c:v>
                </c:pt>
                <c:pt idx="15">
                  <c:v>129.89436618599899</c:v>
                </c:pt>
                <c:pt idx="16">
                  <c:v>148.74999999299999</c:v>
                </c:pt>
                <c:pt idx="17">
                  <c:v>167.60563379999999</c:v>
                </c:pt>
                <c:pt idx="18">
                  <c:v>167.60563379999999</c:v>
                </c:pt>
                <c:pt idx="19">
                  <c:v>167.60563379999999</c:v>
                </c:pt>
                <c:pt idx="20">
                  <c:v>167.60563379999999</c:v>
                </c:pt>
                <c:pt idx="21">
                  <c:v>167.60563379999999</c:v>
                </c:pt>
                <c:pt idx="22">
                  <c:v>146.749552449417</c:v>
                </c:pt>
                <c:pt idx="23">
                  <c:v>146.749552449417</c:v>
                </c:pt>
                <c:pt idx="24">
                  <c:v>143.62871675677701</c:v>
                </c:pt>
                <c:pt idx="25">
                  <c:v>143.62871675677701</c:v>
                </c:pt>
                <c:pt idx="26">
                  <c:v>120.350156501222</c:v>
                </c:pt>
                <c:pt idx="27">
                  <c:v>97.071596245666598</c:v>
                </c:pt>
                <c:pt idx="28">
                  <c:v>97.071596245666598</c:v>
                </c:pt>
                <c:pt idx="29">
                  <c:v>73.793035990111093</c:v>
                </c:pt>
                <c:pt idx="30">
                  <c:v>73.793035990111093</c:v>
                </c:pt>
                <c:pt idx="31">
                  <c:v>73.793035990111093</c:v>
                </c:pt>
                <c:pt idx="32">
                  <c:v>73.793035990111093</c:v>
                </c:pt>
                <c:pt idx="33">
                  <c:v>73.793035990111093</c:v>
                </c:pt>
                <c:pt idx="34">
                  <c:v>73.793035990111093</c:v>
                </c:pt>
                <c:pt idx="35">
                  <c:v>92.648669797111097</c:v>
                </c:pt>
                <c:pt idx="36">
                  <c:v>92.648669797111097</c:v>
                </c:pt>
                <c:pt idx="37">
                  <c:v>92.648669797111097</c:v>
                </c:pt>
                <c:pt idx="38">
                  <c:v>111.504303604111</c:v>
                </c:pt>
                <c:pt idx="39">
                  <c:v>111.504303604111</c:v>
                </c:pt>
                <c:pt idx="40">
                  <c:v>130.35993741111099</c:v>
                </c:pt>
                <c:pt idx="41">
                  <c:v>130.35993741111099</c:v>
                </c:pt>
                <c:pt idx="42">
                  <c:v>130.35993741111099</c:v>
                </c:pt>
                <c:pt idx="43">
                  <c:v>130.35993741111099</c:v>
                </c:pt>
                <c:pt idx="44">
                  <c:v>130.35993741111099</c:v>
                </c:pt>
                <c:pt idx="45">
                  <c:v>130.35993741111099</c:v>
                </c:pt>
                <c:pt idx="46">
                  <c:v>107.081377155555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78.190123790372198</c:v>
                </c:pt>
                <c:pt idx="55">
                  <c:v>78.190123790372198</c:v>
                </c:pt>
                <c:pt idx="56">
                  <c:v>78.190123790372198</c:v>
                </c:pt>
                <c:pt idx="57">
                  <c:v>78.190123790372198</c:v>
                </c:pt>
                <c:pt idx="58">
                  <c:v>78.190123790372198</c:v>
                </c:pt>
                <c:pt idx="59">
                  <c:v>78.190123790372198</c:v>
                </c:pt>
                <c:pt idx="60">
                  <c:v>78.190123790372198</c:v>
                </c:pt>
                <c:pt idx="61">
                  <c:v>78.190123790372198</c:v>
                </c:pt>
                <c:pt idx="62">
                  <c:v>78.190123790372198</c:v>
                </c:pt>
                <c:pt idx="63">
                  <c:v>90.0856367100114</c:v>
                </c:pt>
                <c:pt idx="64">
                  <c:v>90.0856367100114</c:v>
                </c:pt>
                <c:pt idx="65">
                  <c:v>90.0856367100114</c:v>
                </c:pt>
                <c:pt idx="66">
                  <c:v>90.0856367100114</c:v>
                </c:pt>
                <c:pt idx="67">
                  <c:v>90.0856367100114</c:v>
                </c:pt>
                <c:pt idx="68">
                  <c:v>90.0856367100114</c:v>
                </c:pt>
                <c:pt idx="69">
                  <c:v>90.0856367100114</c:v>
                </c:pt>
                <c:pt idx="70">
                  <c:v>90.0856367100114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5E18-3747-AB4E-4D837A191DEB}"/>
            </c:ext>
          </c:extLst>
        </c:ser>
        <c:ser>
          <c:idx val="15"/>
          <c:order val="15"/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Sol_bench72!$C$608:$BV$608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5E18-3747-AB4E-4D837A191DEB}"/>
            </c:ext>
          </c:extLst>
        </c:ser>
        <c:ser>
          <c:idx val="16"/>
          <c:order val="16"/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Sol_bench72!$C$609:$BV$609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5E18-3747-AB4E-4D837A191DEB}"/>
            </c:ext>
          </c:extLst>
        </c:ser>
        <c:ser>
          <c:idx val="17"/>
          <c:order val="17"/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Sol_bench72!$C$610:$BV$610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5E18-3747-AB4E-4D837A191D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4591056"/>
        <c:axId val="444592768"/>
      </c:lineChart>
      <c:catAx>
        <c:axId val="44459105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592768"/>
        <c:crosses val="autoZero"/>
        <c:auto val="1"/>
        <c:lblAlgn val="ctr"/>
        <c:lblOffset val="100"/>
        <c:noMultiLvlLbl val="0"/>
      </c:catAx>
      <c:valAx>
        <c:axId val="444592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591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Mono sol, T = 72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Sol_bench72!$C$593:$BV$593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D1-F64F-A385-771E5A1DCAD4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Sol_bench72!$C$594:$BV$594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D1-F64F-A385-771E5A1DCAD4}"/>
            </c:ext>
          </c:extLst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Sol_bench72!$C$595:$BV$595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D1-F64F-A385-771E5A1DCAD4}"/>
            </c:ext>
          </c:extLst>
        </c:ser>
        <c:ser>
          <c:idx val="3"/>
          <c:order val="3"/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Sol_bench72!$C$596:$BV$596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D1-F64F-A385-771E5A1DCAD4}"/>
            </c:ext>
          </c:extLst>
        </c:ser>
        <c:ser>
          <c:idx val="4"/>
          <c:order val="4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Sol_bench72!$C$597:$BV$597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129.563286305742</c:v>
                </c:pt>
                <c:pt idx="8">
                  <c:v>129.563286305742</c:v>
                </c:pt>
                <c:pt idx="9">
                  <c:v>129.563286305742</c:v>
                </c:pt>
                <c:pt idx="10">
                  <c:v>149.14297643934799</c:v>
                </c:pt>
                <c:pt idx="11">
                  <c:v>149.14297643934799</c:v>
                </c:pt>
                <c:pt idx="12">
                  <c:v>176.63153890148399</c:v>
                </c:pt>
                <c:pt idx="13">
                  <c:v>220.64704905144899</c:v>
                </c:pt>
                <c:pt idx="14">
                  <c:v>220.64704905144899</c:v>
                </c:pt>
                <c:pt idx="15">
                  <c:v>223.218396998972</c:v>
                </c:pt>
                <c:pt idx="16">
                  <c:v>223.218396998972</c:v>
                </c:pt>
                <c:pt idx="17">
                  <c:v>235.23470540864199</c:v>
                </c:pt>
                <c:pt idx="18">
                  <c:v>235.23470540864199</c:v>
                </c:pt>
                <c:pt idx="19">
                  <c:v>235.23470540864199</c:v>
                </c:pt>
                <c:pt idx="20">
                  <c:v>235.23470540864199</c:v>
                </c:pt>
                <c:pt idx="21">
                  <c:v>235.23470540864199</c:v>
                </c:pt>
                <c:pt idx="22">
                  <c:v>235.23470540864199</c:v>
                </c:pt>
                <c:pt idx="23">
                  <c:v>235.23470540864199</c:v>
                </c:pt>
                <c:pt idx="24">
                  <c:v>235.23470540864199</c:v>
                </c:pt>
                <c:pt idx="25">
                  <c:v>212.526995549779</c:v>
                </c:pt>
                <c:pt idx="26">
                  <c:v>212.526995549779</c:v>
                </c:pt>
                <c:pt idx="27">
                  <c:v>212.35059119585401</c:v>
                </c:pt>
                <c:pt idx="28">
                  <c:v>173.59252980397801</c:v>
                </c:pt>
                <c:pt idx="29">
                  <c:v>173.59252980397801</c:v>
                </c:pt>
                <c:pt idx="30">
                  <c:v>166.63233979284601</c:v>
                </c:pt>
                <c:pt idx="31">
                  <c:v>166.63233979284601</c:v>
                </c:pt>
                <c:pt idx="32">
                  <c:v>163.48424108834601</c:v>
                </c:pt>
                <c:pt idx="33">
                  <c:v>128.947810393315</c:v>
                </c:pt>
                <c:pt idx="34">
                  <c:v>128.947810393315</c:v>
                </c:pt>
                <c:pt idx="35">
                  <c:v>128.947810393315</c:v>
                </c:pt>
                <c:pt idx="36">
                  <c:v>163.83705923153499</c:v>
                </c:pt>
                <c:pt idx="37">
                  <c:v>202.97491844804699</c:v>
                </c:pt>
                <c:pt idx="38">
                  <c:v>202.97491844804699</c:v>
                </c:pt>
                <c:pt idx="39">
                  <c:v>202.97491844804699</c:v>
                </c:pt>
                <c:pt idx="40">
                  <c:v>202.97491844804699</c:v>
                </c:pt>
                <c:pt idx="41">
                  <c:v>202.97491844804699</c:v>
                </c:pt>
                <c:pt idx="42">
                  <c:v>202.97491844804699</c:v>
                </c:pt>
                <c:pt idx="43">
                  <c:v>202.97491844804699</c:v>
                </c:pt>
                <c:pt idx="44">
                  <c:v>202.97491844804699</c:v>
                </c:pt>
                <c:pt idx="45">
                  <c:v>202.97491844804699</c:v>
                </c:pt>
                <c:pt idx="46">
                  <c:v>183.75064222055599</c:v>
                </c:pt>
                <c:pt idx="47">
                  <c:v>153.50632669538101</c:v>
                </c:pt>
                <c:pt idx="48">
                  <c:v>99.257756002331305</c:v>
                </c:pt>
                <c:pt idx="49">
                  <c:v>99.257756002331305</c:v>
                </c:pt>
                <c:pt idx="50">
                  <c:v>69.316989525767198</c:v>
                </c:pt>
                <c:pt idx="51">
                  <c:v>69.316989525767198</c:v>
                </c:pt>
                <c:pt idx="52">
                  <c:v>13.891846070211599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16.265764852980201</c:v>
                </c:pt>
                <c:pt idx="59">
                  <c:v>57.805487794840097</c:v>
                </c:pt>
                <c:pt idx="60">
                  <c:v>65.223830541171594</c:v>
                </c:pt>
                <c:pt idx="61">
                  <c:v>108.85957207397701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AD1-F64F-A385-771E5A1DCAD4}"/>
            </c:ext>
          </c:extLst>
        </c:ser>
        <c:ser>
          <c:idx val="5"/>
          <c:order val="5"/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Sol_bench72!$C$598:$BV$598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AD1-F64F-A385-771E5A1DCAD4}"/>
            </c:ext>
          </c:extLst>
        </c:ser>
        <c:ser>
          <c:idx val="6"/>
          <c:order val="6"/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Sol_bench72!$C$599:$BV$599</c:f>
              <c:numCache>
                <c:formatCode>General</c:formatCode>
                <c:ptCount val="72"/>
                <c:pt idx="0">
                  <c:v>299.29577465</c:v>
                </c:pt>
                <c:pt idx="1">
                  <c:v>299.29577465</c:v>
                </c:pt>
                <c:pt idx="2">
                  <c:v>299.29577465</c:v>
                </c:pt>
                <c:pt idx="3">
                  <c:v>299.29577465</c:v>
                </c:pt>
                <c:pt idx="4">
                  <c:v>299.29577465</c:v>
                </c:pt>
                <c:pt idx="5">
                  <c:v>299.29577465</c:v>
                </c:pt>
                <c:pt idx="6">
                  <c:v>299.29577465</c:v>
                </c:pt>
                <c:pt idx="7">
                  <c:v>299.29577465</c:v>
                </c:pt>
                <c:pt idx="8">
                  <c:v>299.29577465</c:v>
                </c:pt>
                <c:pt idx="9">
                  <c:v>299.29577465</c:v>
                </c:pt>
                <c:pt idx="10">
                  <c:v>299.29577465</c:v>
                </c:pt>
                <c:pt idx="11">
                  <c:v>299.29577465</c:v>
                </c:pt>
                <c:pt idx="12">
                  <c:v>299.29577465</c:v>
                </c:pt>
                <c:pt idx="13">
                  <c:v>299.29577465</c:v>
                </c:pt>
                <c:pt idx="14">
                  <c:v>299.29577465</c:v>
                </c:pt>
                <c:pt idx="15">
                  <c:v>299.29577465</c:v>
                </c:pt>
                <c:pt idx="16">
                  <c:v>299.29577465</c:v>
                </c:pt>
                <c:pt idx="17">
                  <c:v>299.29577465</c:v>
                </c:pt>
                <c:pt idx="18">
                  <c:v>299.29577465</c:v>
                </c:pt>
                <c:pt idx="19">
                  <c:v>299.29577465</c:v>
                </c:pt>
                <c:pt idx="20">
                  <c:v>299.29577465</c:v>
                </c:pt>
                <c:pt idx="21">
                  <c:v>299.29577465</c:v>
                </c:pt>
                <c:pt idx="22">
                  <c:v>299.29577465</c:v>
                </c:pt>
                <c:pt idx="23">
                  <c:v>299.29577465</c:v>
                </c:pt>
                <c:pt idx="24">
                  <c:v>299.29577465</c:v>
                </c:pt>
                <c:pt idx="25">
                  <c:v>299.29577465</c:v>
                </c:pt>
                <c:pt idx="26">
                  <c:v>299.29577465</c:v>
                </c:pt>
                <c:pt idx="27">
                  <c:v>299.29577465</c:v>
                </c:pt>
                <c:pt idx="28">
                  <c:v>299.29577465</c:v>
                </c:pt>
                <c:pt idx="29">
                  <c:v>299.29577465</c:v>
                </c:pt>
                <c:pt idx="30">
                  <c:v>299.29577465</c:v>
                </c:pt>
                <c:pt idx="31">
                  <c:v>299.29577465</c:v>
                </c:pt>
                <c:pt idx="32">
                  <c:v>299.29577465</c:v>
                </c:pt>
                <c:pt idx="33">
                  <c:v>299.29577465</c:v>
                </c:pt>
                <c:pt idx="34">
                  <c:v>299.29577465</c:v>
                </c:pt>
                <c:pt idx="35">
                  <c:v>299.29577465</c:v>
                </c:pt>
                <c:pt idx="36">
                  <c:v>299.29577465</c:v>
                </c:pt>
                <c:pt idx="37">
                  <c:v>299.29577465</c:v>
                </c:pt>
                <c:pt idx="38">
                  <c:v>299.29577465</c:v>
                </c:pt>
                <c:pt idx="39">
                  <c:v>299.29577465</c:v>
                </c:pt>
                <c:pt idx="40">
                  <c:v>299.29577465</c:v>
                </c:pt>
                <c:pt idx="41">
                  <c:v>299.29577465</c:v>
                </c:pt>
                <c:pt idx="42">
                  <c:v>299.29577465</c:v>
                </c:pt>
                <c:pt idx="43">
                  <c:v>299.29577465</c:v>
                </c:pt>
                <c:pt idx="44">
                  <c:v>299.29577465</c:v>
                </c:pt>
                <c:pt idx="45">
                  <c:v>299.29577465</c:v>
                </c:pt>
                <c:pt idx="46">
                  <c:v>299.29577465</c:v>
                </c:pt>
                <c:pt idx="47">
                  <c:v>299.29577465</c:v>
                </c:pt>
                <c:pt idx="48">
                  <c:v>299.29577465</c:v>
                </c:pt>
                <c:pt idx="49">
                  <c:v>299.29577465</c:v>
                </c:pt>
                <c:pt idx="50">
                  <c:v>299.29577465</c:v>
                </c:pt>
                <c:pt idx="51">
                  <c:v>299.29577465</c:v>
                </c:pt>
                <c:pt idx="52">
                  <c:v>299.29577465</c:v>
                </c:pt>
                <c:pt idx="53">
                  <c:v>299.29577465</c:v>
                </c:pt>
                <c:pt idx="54">
                  <c:v>299.29577465</c:v>
                </c:pt>
                <c:pt idx="55">
                  <c:v>299.29577465</c:v>
                </c:pt>
                <c:pt idx="56">
                  <c:v>299.29577465</c:v>
                </c:pt>
                <c:pt idx="57">
                  <c:v>299.29577465</c:v>
                </c:pt>
                <c:pt idx="58">
                  <c:v>299.29577465</c:v>
                </c:pt>
                <c:pt idx="59">
                  <c:v>299.29577465</c:v>
                </c:pt>
                <c:pt idx="60">
                  <c:v>299.29577465</c:v>
                </c:pt>
                <c:pt idx="61">
                  <c:v>299.29577465</c:v>
                </c:pt>
                <c:pt idx="62">
                  <c:v>299.29577465</c:v>
                </c:pt>
                <c:pt idx="63">
                  <c:v>299.29577465</c:v>
                </c:pt>
                <c:pt idx="64">
                  <c:v>299.29577465</c:v>
                </c:pt>
                <c:pt idx="65">
                  <c:v>299.29577465</c:v>
                </c:pt>
                <c:pt idx="66">
                  <c:v>299.29577465</c:v>
                </c:pt>
                <c:pt idx="67">
                  <c:v>299.29577465</c:v>
                </c:pt>
                <c:pt idx="68">
                  <c:v>299.29577465</c:v>
                </c:pt>
                <c:pt idx="69">
                  <c:v>299.29577465</c:v>
                </c:pt>
                <c:pt idx="70">
                  <c:v>299.29577465</c:v>
                </c:pt>
                <c:pt idx="71">
                  <c:v>299.29577465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AD1-F64F-A385-771E5A1DCAD4}"/>
            </c:ext>
          </c:extLst>
        </c:ser>
        <c:ser>
          <c:idx val="7"/>
          <c:order val="7"/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Sol_bench72!$C$600:$BV$600</c:f>
              <c:numCache>
                <c:formatCode>General</c:formatCode>
                <c:ptCount val="72"/>
                <c:pt idx="0">
                  <c:v>299.29577465</c:v>
                </c:pt>
                <c:pt idx="1">
                  <c:v>299.29577465</c:v>
                </c:pt>
                <c:pt idx="2">
                  <c:v>299.29577465</c:v>
                </c:pt>
                <c:pt idx="3">
                  <c:v>299.29577465</c:v>
                </c:pt>
                <c:pt idx="4">
                  <c:v>299.29577465</c:v>
                </c:pt>
                <c:pt idx="5">
                  <c:v>299.29577465</c:v>
                </c:pt>
                <c:pt idx="6">
                  <c:v>299.29577465</c:v>
                </c:pt>
                <c:pt idx="7">
                  <c:v>299.29577465</c:v>
                </c:pt>
                <c:pt idx="8">
                  <c:v>299.29577465</c:v>
                </c:pt>
                <c:pt idx="9">
                  <c:v>299.29577465</c:v>
                </c:pt>
                <c:pt idx="10">
                  <c:v>299.29577465</c:v>
                </c:pt>
                <c:pt idx="11">
                  <c:v>299.29577465</c:v>
                </c:pt>
                <c:pt idx="12">
                  <c:v>299.29577465</c:v>
                </c:pt>
                <c:pt idx="13">
                  <c:v>299.29577465</c:v>
                </c:pt>
                <c:pt idx="14">
                  <c:v>299.29577465</c:v>
                </c:pt>
                <c:pt idx="15">
                  <c:v>299.29577465</c:v>
                </c:pt>
                <c:pt idx="16">
                  <c:v>299.29577465</c:v>
                </c:pt>
                <c:pt idx="17">
                  <c:v>299.29577465</c:v>
                </c:pt>
                <c:pt idx="18">
                  <c:v>299.29577465</c:v>
                </c:pt>
                <c:pt idx="19">
                  <c:v>299.29577465</c:v>
                </c:pt>
                <c:pt idx="20">
                  <c:v>299.29577465</c:v>
                </c:pt>
                <c:pt idx="21">
                  <c:v>299.29577465</c:v>
                </c:pt>
                <c:pt idx="22">
                  <c:v>299.29577465</c:v>
                </c:pt>
                <c:pt idx="23">
                  <c:v>299.29577465</c:v>
                </c:pt>
                <c:pt idx="24">
                  <c:v>299.29577465</c:v>
                </c:pt>
                <c:pt idx="25">
                  <c:v>299.29577465</c:v>
                </c:pt>
                <c:pt idx="26">
                  <c:v>299.29577465</c:v>
                </c:pt>
                <c:pt idx="27">
                  <c:v>299.29577465</c:v>
                </c:pt>
                <c:pt idx="28">
                  <c:v>299.29577465</c:v>
                </c:pt>
                <c:pt idx="29">
                  <c:v>299.29577465</c:v>
                </c:pt>
                <c:pt idx="30">
                  <c:v>299.29577465</c:v>
                </c:pt>
                <c:pt idx="31">
                  <c:v>299.29577465</c:v>
                </c:pt>
                <c:pt idx="32">
                  <c:v>299.29577465</c:v>
                </c:pt>
                <c:pt idx="33">
                  <c:v>299.29577465</c:v>
                </c:pt>
                <c:pt idx="34">
                  <c:v>299.29577465</c:v>
                </c:pt>
                <c:pt idx="35">
                  <c:v>299.29577465</c:v>
                </c:pt>
                <c:pt idx="36">
                  <c:v>299.29577465</c:v>
                </c:pt>
                <c:pt idx="37">
                  <c:v>299.29577465</c:v>
                </c:pt>
                <c:pt idx="38">
                  <c:v>299.29577465</c:v>
                </c:pt>
                <c:pt idx="39">
                  <c:v>299.29577465</c:v>
                </c:pt>
                <c:pt idx="40">
                  <c:v>299.29577465</c:v>
                </c:pt>
                <c:pt idx="41">
                  <c:v>299.29577465</c:v>
                </c:pt>
                <c:pt idx="42">
                  <c:v>299.29577465</c:v>
                </c:pt>
                <c:pt idx="43">
                  <c:v>299.29577465</c:v>
                </c:pt>
                <c:pt idx="44">
                  <c:v>299.29577465</c:v>
                </c:pt>
                <c:pt idx="45">
                  <c:v>299.29577465</c:v>
                </c:pt>
                <c:pt idx="46">
                  <c:v>299.29577465</c:v>
                </c:pt>
                <c:pt idx="47">
                  <c:v>299.29577465</c:v>
                </c:pt>
                <c:pt idx="48">
                  <c:v>289.97873306410702</c:v>
                </c:pt>
                <c:pt idx="49">
                  <c:v>283.112463567227</c:v>
                </c:pt>
                <c:pt idx="50">
                  <c:v>275.13226157133403</c:v>
                </c:pt>
                <c:pt idx="51">
                  <c:v>275.13226157133403</c:v>
                </c:pt>
                <c:pt idx="52">
                  <c:v>272.69307209877502</c:v>
                </c:pt>
                <c:pt idx="53">
                  <c:v>272.69307209877502</c:v>
                </c:pt>
                <c:pt idx="54">
                  <c:v>267.72587293621598</c:v>
                </c:pt>
                <c:pt idx="55">
                  <c:v>267.72587293621598</c:v>
                </c:pt>
                <c:pt idx="56">
                  <c:v>260.25861324810103</c:v>
                </c:pt>
                <c:pt idx="57">
                  <c:v>254.02617313443099</c:v>
                </c:pt>
                <c:pt idx="58">
                  <c:v>249.077164352983</c:v>
                </c:pt>
                <c:pt idx="59">
                  <c:v>249.39115583971</c:v>
                </c:pt>
                <c:pt idx="60">
                  <c:v>254.12556456903701</c:v>
                </c:pt>
                <c:pt idx="61">
                  <c:v>258.33690283656398</c:v>
                </c:pt>
                <c:pt idx="62">
                  <c:v>259.721370992191</c:v>
                </c:pt>
                <c:pt idx="63">
                  <c:v>259.721370992191</c:v>
                </c:pt>
                <c:pt idx="64">
                  <c:v>259.721370992191</c:v>
                </c:pt>
                <c:pt idx="65">
                  <c:v>259.721370992191</c:v>
                </c:pt>
                <c:pt idx="66">
                  <c:v>265.55670407621801</c:v>
                </c:pt>
                <c:pt idx="67">
                  <c:v>276.61162256444499</c:v>
                </c:pt>
                <c:pt idx="68">
                  <c:v>286.58809703297197</c:v>
                </c:pt>
                <c:pt idx="69">
                  <c:v>299.29577465</c:v>
                </c:pt>
                <c:pt idx="70">
                  <c:v>299.29577465</c:v>
                </c:pt>
                <c:pt idx="71">
                  <c:v>299.29577465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DAD1-F64F-A385-771E5A1DCAD4}"/>
            </c:ext>
          </c:extLst>
        </c:ser>
        <c:ser>
          <c:idx val="8"/>
          <c:order val="8"/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Sol_bench72!$C$601:$BV$601</c:f>
              <c:numCache>
                <c:formatCode>General</c:formatCode>
                <c:ptCount val="72"/>
                <c:pt idx="0">
                  <c:v>299.29577465</c:v>
                </c:pt>
                <c:pt idx="1">
                  <c:v>299.29577465</c:v>
                </c:pt>
                <c:pt idx="2">
                  <c:v>299.29577465</c:v>
                </c:pt>
                <c:pt idx="3">
                  <c:v>299.29577465</c:v>
                </c:pt>
                <c:pt idx="4">
                  <c:v>299.29577465</c:v>
                </c:pt>
                <c:pt idx="5">
                  <c:v>299.29577465</c:v>
                </c:pt>
                <c:pt idx="6">
                  <c:v>299.29577465</c:v>
                </c:pt>
                <c:pt idx="7">
                  <c:v>299.29577465</c:v>
                </c:pt>
                <c:pt idx="8">
                  <c:v>299.29577465</c:v>
                </c:pt>
                <c:pt idx="9">
                  <c:v>299.29577465</c:v>
                </c:pt>
                <c:pt idx="10">
                  <c:v>299.29577465</c:v>
                </c:pt>
                <c:pt idx="11">
                  <c:v>299.29577465</c:v>
                </c:pt>
                <c:pt idx="12">
                  <c:v>299.29577465</c:v>
                </c:pt>
                <c:pt idx="13">
                  <c:v>299.29577465</c:v>
                </c:pt>
                <c:pt idx="14">
                  <c:v>299.29577465</c:v>
                </c:pt>
                <c:pt idx="15">
                  <c:v>299.29577465</c:v>
                </c:pt>
                <c:pt idx="16">
                  <c:v>299.29577465</c:v>
                </c:pt>
                <c:pt idx="17">
                  <c:v>299.29577465</c:v>
                </c:pt>
                <c:pt idx="18">
                  <c:v>299.29577465</c:v>
                </c:pt>
                <c:pt idx="19">
                  <c:v>299.29577465</c:v>
                </c:pt>
                <c:pt idx="20">
                  <c:v>299.29577465</c:v>
                </c:pt>
                <c:pt idx="21">
                  <c:v>299.29577465</c:v>
                </c:pt>
                <c:pt idx="22">
                  <c:v>299.29577465</c:v>
                </c:pt>
                <c:pt idx="23">
                  <c:v>299.29577465</c:v>
                </c:pt>
                <c:pt idx="24">
                  <c:v>299.29577465</c:v>
                </c:pt>
                <c:pt idx="25">
                  <c:v>299.29577465</c:v>
                </c:pt>
                <c:pt idx="26">
                  <c:v>299.29577465</c:v>
                </c:pt>
                <c:pt idx="27">
                  <c:v>299.29577465</c:v>
                </c:pt>
                <c:pt idx="28">
                  <c:v>299.29577465</c:v>
                </c:pt>
                <c:pt idx="29">
                  <c:v>299.29577465</c:v>
                </c:pt>
                <c:pt idx="30">
                  <c:v>299.29577465</c:v>
                </c:pt>
                <c:pt idx="31">
                  <c:v>299.29577465</c:v>
                </c:pt>
                <c:pt idx="32">
                  <c:v>299.29577465</c:v>
                </c:pt>
                <c:pt idx="33">
                  <c:v>299.29577465</c:v>
                </c:pt>
                <c:pt idx="34">
                  <c:v>299.29577465</c:v>
                </c:pt>
                <c:pt idx="35">
                  <c:v>299.29577465</c:v>
                </c:pt>
                <c:pt idx="36">
                  <c:v>299.29577465</c:v>
                </c:pt>
                <c:pt idx="37">
                  <c:v>299.29577465</c:v>
                </c:pt>
                <c:pt idx="38">
                  <c:v>299.29577465</c:v>
                </c:pt>
                <c:pt idx="39">
                  <c:v>299.29577465</c:v>
                </c:pt>
                <c:pt idx="40">
                  <c:v>299.29577465</c:v>
                </c:pt>
                <c:pt idx="41">
                  <c:v>299.29577465</c:v>
                </c:pt>
                <c:pt idx="42">
                  <c:v>299.29577465</c:v>
                </c:pt>
                <c:pt idx="43">
                  <c:v>299.29577465</c:v>
                </c:pt>
                <c:pt idx="44">
                  <c:v>299.29577465</c:v>
                </c:pt>
                <c:pt idx="45">
                  <c:v>299.29577465</c:v>
                </c:pt>
                <c:pt idx="46">
                  <c:v>299.29577465</c:v>
                </c:pt>
                <c:pt idx="47">
                  <c:v>299.29577465</c:v>
                </c:pt>
                <c:pt idx="48">
                  <c:v>299.29577465</c:v>
                </c:pt>
                <c:pt idx="49">
                  <c:v>299.29577465</c:v>
                </c:pt>
                <c:pt idx="50">
                  <c:v>299.29577465</c:v>
                </c:pt>
                <c:pt idx="51">
                  <c:v>299.29577465</c:v>
                </c:pt>
                <c:pt idx="52">
                  <c:v>299.29577465</c:v>
                </c:pt>
                <c:pt idx="53">
                  <c:v>299.29577465</c:v>
                </c:pt>
                <c:pt idx="54">
                  <c:v>299.29577465</c:v>
                </c:pt>
                <c:pt idx="55">
                  <c:v>299.29577465</c:v>
                </c:pt>
                <c:pt idx="56">
                  <c:v>299.29577465</c:v>
                </c:pt>
                <c:pt idx="57">
                  <c:v>299.29577465</c:v>
                </c:pt>
                <c:pt idx="58">
                  <c:v>299.29577465</c:v>
                </c:pt>
                <c:pt idx="59">
                  <c:v>299.29577465</c:v>
                </c:pt>
                <c:pt idx="60">
                  <c:v>299.29577465</c:v>
                </c:pt>
                <c:pt idx="61">
                  <c:v>299.29577465</c:v>
                </c:pt>
                <c:pt idx="62">
                  <c:v>299.29577465</c:v>
                </c:pt>
                <c:pt idx="63">
                  <c:v>299.29577465</c:v>
                </c:pt>
                <c:pt idx="64">
                  <c:v>299.29577465</c:v>
                </c:pt>
                <c:pt idx="65">
                  <c:v>299.29577465</c:v>
                </c:pt>
                <c:pt idx="66">
                  <c:v>299.29577465</c:v>
                </c:pt>
                <c:pt idx="67">
                  <c:v>299.29577465</c:v>
                </c:pt>
                <c:pt idx="68">
                  <c:v>299.29577465</c:v>
                </c:pt>
                <c:pt idx="69">
                  <c:v>299.29577465</c:v>
                </c:pt>
                <c:pt idx="70">
                  <c:v>299.29577465</c:v>
                </c:pt>
                <c:pt idx="71">
                  <c:v>299.29577465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DAD1-F64F-A385-771E5A1DCAD4}"/>
            </c:ext>
          </c:extLst>
        </c:ser>
        <c:ser>
          <c:idx val="9"/>
          <c:order val="9"/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Sol_bench72!$C$602:$BV$602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DAD1-F64F-A385-771E5A1DCAD4}"/>
            </c:ext>
          </c:extLst>
        </c:ser>
        <c:ser>
          <c:idx val="10"/>
          <c:order val="10"/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Sol_bench72!$C$603:$BV$603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DAD1-F64F-A385-771E5A1DCAD4}"/>
            </c:ext>
          </c:extLst>
        </c:ser>
        <c:ser>
          <c:idx val="11"/>
          <c:order val="11"/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Sol_bench72!$C$604:$BV$604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AD1-F64F-A385-771E5A1DCAD4}"/>
            </c:ext>
          </c:extLst>
        </c:ser>
        <c:ser>
          <c:idx val="12"/>
          <c:order val="12"/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Sol_bench72!$C$605:$BV$605</c:f>
              <c:numCache>
                <c:formatCode>General</c:formatCode>
                <c:ptCount val="72"/>
                <c:pt idx="0">
                  <c:v>76.027840429538998</c:v>
                </c:pt>
                <c:pt idx="1">
                  <c:v>73.548162864597501</c:v>
                </c:pt>
                <c:pt idx="2">
                  <c:v>67.998471013018602</c:v>
                </c:pt>
                <c:pt idx="3">
                  <c:v>67.998471013018602</c:v>
                </c:pt>
                <c:pt idx="4">
                  <c:v>62.457172746814699</c:v>
                </c:pt>
                <c:pt idx="5">
                  <c:v>62.457172746814699</c:v>
                </c:pt>
                <c:pt idx="6">
                  <c:v>57.8073518707169</c:v>
                </c:pt>
                <c:pt idx="7">
                  <c:v>57.8073518707169</c:v>
                </c:pt>
                <c:pt idx="8">
                  <c:v>57.8073518707169</c:v>
                </c:pt>
                <c:pt idx="9">
                  <c:v>26.0542360529993</c:v>
                </c:pt>
                <c:pt idx="10">
                  <c:v>26.0542360529993</c:v>
                </c:pt>
                <c:pt idx="11">
                  <c:v>60.938522318859299</c:v>
                </c:pt>
                <c:pt idx="12">
                  <c:v>60.938522318859299</c:v>
                </c:pt>
                <c:pt idx="13">
                  <c:v>60.938522318859299</c:v>
                </c:pt>
                <c:pt idx="14">
                  <c:v>85.388127259541506</c:v>
                </c:pt>
                <c:pt idx="15">
                  <c:v>123.099394864541</c:v>
                </c:pt>
                <c:pt idx="16">
                  <c:v>137.60380967096299</c:v>
                </c:pt>
                <c:pt idx="17">
                  <c:v>137.60380967096299</c:v>
                </c:pt>
                <c:pt idx="18">
                  <c:v>137.60380967096299</c:v>
                </c:pt>
                <c:pt idx="19">
                  <c:v>137.60380967096299</c:v>
                </c:pt>
                <c:pt idx="20">
                  <c:v>137.60380967096299</c:v>
                </c:pt>
                <c:pt idx="21">
                  <c:v>137.60380967096299</c:v>
                </c:pt>
                <c:pt idx="22">
                  <c:v>91.046689170963106</c:v>
                </c:pt>
                <c:pt idx="23">
                  <c:v>83.802816899999996</c:v>
                </c:pt>
                <c:pt idx="24">
                  <c:v>80.544349256436604</c:v>
                </c:pt>
                <c:pt idx="25">
                  <c:v>80.544349256436604</c:v>
                </c:pt>
                <c:pt idx="26">
                  <c:v>71.570575438599406</c:v>
                </c:pt>
                <c:pt idx="27">
                  <c:v>71.570575438599406</c:v>
                </c:pt>
                <c:pt idx="28">
                  <c:v>66.154390603107402</c:v>
                </c:pt>
                <c:pt idx="29">
                  <c:v>36.397991450974999</c:v>
                </c:pt>
                <c:pt idx="30">
                  <c:v>36.397991450974999</c:v>
                </c:pt>
                <c:pt idx="31">
                  <c:v>34.014966537667</c:v>
                </c:pt>
                <c:pt idx="32">
                  <c:v>34.014966537667</c:v>
                </c:pt>
                <c:pt idx="33">
                  <c:v>34.014966537667</c:v>
                </c:pt>
                <c:pt idx="34">
                  <c:v>46.616544527668097</c:v>
                </c:pt>
                <c:pt idx="35">
                  <c:v>58.731092632525502</c:v>
                </c:pt>
                <c:pt idx="36">
                  <c:v>58.731092632525502</c:v>
                </c:pt>
                <c:pt idx="37">
                  <c:v>58.731092632525502</c:v>
                </c:pt>
                <c:pt idx="38">
                  <c:v>78.374773010562606</c:v>
                </c:pt>
                <c:pt idx="39">
                  <c:v>112.57702723365399</c:v>
                </c:pt>
                <c:pt idx="40">
                  <c:v>122.726000142359</c:v>
                </c:pt>
                <c:pt idx="41">
                  <c:v>151.03577787656801</c:v>
                </c:pt>
                <c:pt idx="42">
                  <c:v>151.03577787656801</c:v>
                </c:pt>
                <c:pt idx="43">
                  <c:v>151.03577787656801</c:v>
                </c:pt>
                <c:pt idx="44">
                  <c:v>151.03577787656801</c:v>
                </c:pt>
                <c:pt idx="45">
                  <c:v>151.03577787656801</c:v>
                </c:pt>
                <c:pt idx="46">
                  <c:v>151.03577787656801</c:v>
                </c:pt>
                <c:pt idx="47">
                  <c:v>151.03577787656801</c:v>
                </c:pt>
                <c:pt idx="48">
                  <c:v>151.03577787656801</c:v>
                </c:pt>
                <c:pt idx="49">
                  <c:v>132.340484077084</c:v>
                </c:pt>
                <c:pt idx="50">
                  <c:v>132.340484077084</c:v>
                </c:pt>
                <c:pt idx="51">
                  <c:v>95.678823975018304</c:v>
                </c:pt>
                <c:pt idx="52">
                  <c:v>88.020578508183306</c:v>
                </c:pt>
                <c:pt idx="53">
                  <c:v>41.463458008183302</c:v>
                </c:pt>
                <c:pt idx="54">
                  <c:v>41.463458008183302</c:v>
                </c:pt>
                <c:pt idx="55">
                  <c:v>41.463458008183302</c:v>
                </c:pt>
                <c:pt idx="56">
                  <c:v>41.463458008183302</c:v>
                </c:pt>
                <c:pt idx="57">
                  <c:v>14.6554789566885</c:v>
                </c:pt>
                <c:pt idx="58">
                  <c:v>14.6554789566885</c:v>
                </c:pt>
                <c:pt idx="59">
                  <c:v>14.6554789566885</c:v>
                </c:pt>
                <c:pt idx="60">
                  <c:v>42.080282995754402</c:v>
                </c:pt>
                <c:pt idx="61">
                  <c:v>42.080282995754402</c:v>
                </c:pt>
                <c:pt idx="62">
                  <c:v>42.080282995754402</c:v>
                </c:pt>
                <c:pt idx="63">
                  <c:v>68.187057408944</c:v>
                </c:pt>
                <c:pt idx="64">
                  <c:v>98.499972599329496</c:v>
                </c:pt>
                <c:pt idx="65">
                  <c:v>133.25289278323399</c:v>
                </c:pt>
                <c:pt idx="66">
                  <c:v>133.25289278323399</c:v>
                </c:pt>
                <c:pt idx="67">
                  <c:v>133.25289278323399</c:v>
                </c:pt>
                <c:pt idx="68">
                  <c:v>133.25289278323399</c:v>
                </c:pt>
                <c:pt idx="69">
                  <c:v>133.25289278323399</c:v>
                </c:pt>
                <c:pt idx="70">
                  <c:v>130.35993740000001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DAD1-F64F-A385-771E5A1DCAD4}"/>
            </c:ext>
          </c:extLst>
        </c:ser>
        <c:ser>
          <c:idx val="13"/>
          <c:order val="13"/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Sol_bench72!$C$606:$BV$606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84.358418818897405</c:v>
                </c:pt>
                <c:pt idx="2">
                  <c:v>84.661496007240103</c:v>
                </c:pt>
                <c:pt idx="3">
                  <c:v>86.609575628789898</c:v>
                </c:pt>
                <c:pt idx="4">
                  <c:v>86.609575628789898</c:v>
                </c:pt>
                <c:pt idx="5">
                  <c:v>89.749074210627498</c:v>
                </c:pt>
                <c:pt idx="6">
                  <c:v>96.230664853590298</c:v>
                </c:pt>
                <c:pt idx="7">
                  <c:v>103.565475358548</c:v>
                </c:pt>
                <c:pt idx="8">
                  <c:v>103.565475358548</c:v>
                </c:pt>
                <c:pt idx="9">
                  <c:v>109.046273433191</c:v>
                </c:pt>
                <c:pt idx="10">
                  <c:v>110.653321156853</c:v>
                </c:pt>
                <c:pt idx="11">
                  <c:v>110.653321156853</c:v>
                </c:pt>
                <c:pt idx="12">
                  <c:v>110.653321156853</c:v>
                </c:pt>
                <c:pt idx="13">
                  <c:v>110.653321156853</c:v>
                </c:pt>
                <c:pt idx="14">
                  <c:v>106.43704873726099</c:v>
                </c:pt>
                <c:pt idx="15">
                  <c:v>105.055812344833</c:v>
                </c:pt>
                <c:pt idx="16">
                  <c:v>103.248303831294</c:v>
                </c:pt>
                <c:pt idx="17">
                  <c:v>103.248303831294</c:v>
                </c:pt>
                <c:pt idx="18">
                  <c:v>103.248303831294</c:v>
                </c:pt>
                <c:pt idx="19">
                  <c:v>103.248303831294</c:v>
                </c:pt>
                <c:pt idx="20">
                  <c:v>103.248303831294</c:v>
                </c:pt>
                <c:pt idx="21">
                  <c:v>99.342396607413306</c:v>
                </c:pt>
                <c:pt idx="22">
                  <c:v>96.142453488673198</c:v>
                </c:pt>
                <c:pt idx="23">
                  <c:v>91.560327208748603</c:v>
                </c:pt>
                <c:pt idx="24">
                  <c:v>87.347787181869407</c:v>
                </c:pt>
                <c:pt idx="25">
                  <c:v>85.334799243554002</c:v>
                </c:pt>
                <c:pt idx="26">
                  <c:v>84.529848997865699</c:v>
                </c:pt>
                <c:pt idx="27">
                  <c:v>84.141811609960897</c:v>
                </c:pt>
                <c:pt idx="28">
                  <c:v>83.617365023131896</c:v>
                </c:pt>
                <c:pt idx="29">
                  <c:v>83.084673758604893</c:v>
                </c:pt>
                <c:pt idx="30">
                  <c:v>82.685125284494106</c:v>
                </c:pt>
                <c:pt idx="31">
                  <c:v>81.8737243703373</c:v>
                </c:pt>
                <c:pt idx="32">
                  <c:v>83.383816801894696</c:v>
                </c:pt>
                <c:pt idx="33">
                  <c:v>83.383816801894696</c:v>
                </c:pt>
                <c:pt idx="34">
                  <c:v>82.942995570247504</c:v>
                </c:pt>
                <c:pt idx="35">
                  <c:v>82.802985642003193</c:v>
                </c:pt>
                <c:pt idx="36">
                  <c:v>81.743372235708904</c:v>
                </c:pt>
                <c:pt idx="37">
                  <c:v>80.941006727759401</c:v>
                </c:pt>
                <c:pt idx="38">
                  <c:v>80.941006727759401</c:v>
                </c:pt>
                <c:pt idx="39">
                  <c:v>82.661769889841096</c:v>
                </c:pt>
                <c:pt idx="40">
                  <c:v>82.661769889841096</c:v>
                </c:pt>
                <c:pt idx="41">
                  <c:v>84.617814893129093</c:v>
                </c:pt>
                <c:pt idx="42">
                  <c:v>84.617814893129093</c:v>
                </c:pt>
                <c:pt idx="43">
                  <c:v>84.617814893129093</c:v>
                </c:pt>
                <c:pt idx="44">
                  <c:v>84.224062349778293</c:v>
                </c:pt>
                <c:pt idx="45">
                  <c:v>84.224062349778293</c:v>
                </c:pt>
                <c:pt idx="46">
                  <c:v>83.914069099595594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DAD1-F64F-A385-771E5A1DCAD4}"/>
            </c:ext>
          </c:extLst>
        </c:ser>
        <c:ser>
          <c:idx val="14"/>
          <c:order val="14"/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Sol_bench72!$C$607:$BV$607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79.230889685315802</c:v>
                </c:pt>
                <c:pt idx="4">
                  <c:v>79.230889685315802</c:v>
                </c:pt>
                <c:pt idx="5">
                  <c:v>73.787075716537601</c:v>
                </c:pt>
                <c:pt idx="6">
                  <c:v>73.787075716537601</c:v>
                </c:pt>
                <c:pt idx="7">
                  <c:v>72.155633370334499</c:v>
                </c:pt>
                <c:pt idx="8">
                  <c:v>72.155633370334499</c:v>
                </c:pt>
                <c:pt idx="9">
                  <c:v>72.155633370334499</c:v>
                </c:pt>
                <c:pt idx="10">
                  <c:v>91.011267177334503</c:v>
                </c:pt>
                <c:pt idx="11">
                  <c:v>92.183098571999906</c:v>
                </c:pt>
                <c:pt idx="12">
                  <c:v>111.038732378999</c:v>
                </c:pt>
                <c:pt idx="13">
                  <c:v>111.038732378999</c:v>
                </c:pt>
                <c:pt idx="14">
                  <c:v>129.89436618599899</c:v>
                </c:pt>
                <c:pt idx="15">
                  <c:v>129.89436618599899</c:v>
                </c:pt>
                <c:pt idx="16">
                  <c:v>148.74999999299999</c:v>
                </c:pt>
                <c:pt idx="17">
                  <c:v>167.60563379999999</c:v>
                </c:pt>
                <c:pt idx="18">
                  <c:v>167.60563379999999</c:v>
                </c:pt>
                <c:pt idx="19">
                  <c:v>167.60563379999999</c:v>
                </c:pt>
                <c:pt idx="20">
                  <c:v>167.60563379999999</c:v>
                </c:pt>
                <c:pt idx="21">
                  <c:v>167.60563379999999</c:v>
                </c:pt>
                <c:pt idx="22">
                  <c:v>146.749552449417</c:v>
                </c:pt>
                <c:pt idx="23">
                  <c:v>146.749552449417</c:v>
                </c:pt>
                <c:pt idx="24">
                  <c:v>143.62871675677701</c:v>
                </c:pt>
                <c:pt idx="25">
                  <c:v>143.62871675677701</c:v>
                </c:pt>
                <c:pt idx="26">
                  <c:v>120.350156501222</c:v>
                </c:pt>
                <c:pt idx="27">
                  <c:v>97.071596245666598</c:v>
                </c:pt>
                <c:pt idx="28">
                  <c:v>97.071596245666598</c:v>
                </c:pt>
                <c:pt idx="29">
                  <c:v>73.793035990111093</c:v>
                </c:pt>
                <c:pt idx="30">
                  <c:v>73.793035990111093</c:v>
                </c:pt>
                <c:pt idx="31">
                  <c:v>73.793035990111093</c:v>
                </c:pt>
                <c:pt idx="32">
                  <c:v>73.793035990111093</c:v>
                </c:pt>
                <c:pt idx="33">
                  <c:v>73.793035990111093</c:v>
                </c:pt>
                <c:pt idx="34">
                  <c:v>73.793035990111093</c:v>
                </c:pt>
                <c:pt idx="35">
                  <c:v>92.648669797111097</c:v>
                </c:pt>
                <c:pt idx="36">
                  <c:v>92.648669797111097</c:v>
                </c:pt>
                <c:pt idx="37">
                  <c:v>92.648669797111097</c:v>
                </c:pt>
                <c:pt idx="38">
                  <c:v>111.504303604111</c:v>
                </c:pt>
                <c:pt idx="39">
                  <c:v>111.504303604111</c:v>
                </c:pt>
                <c:pt idx="40">
                  <c:v>130.35993741111099</c:v>
                </c:pt>
                <c:pt idx="41">
                  <c:v>130.35993741111099</c:v>
                </c:pt>
                <c:pt idx="42">
                  <c:v>130.35993741111099</c:v>
                </c:pt>
                <c:pt idx="43">
                  <c:v>130.35993741111099</c:v>
                </c:pt>
                <c:pt idx="44">
                  <c:v>130.35993741111099</c:v>
                </c:pt>
                <c:pt idx="45">
                  <c:v>130.35993741111099</c:v>
                </c:pt>
                <c:pt idx="46">
                  <c:v>107.081377155555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78.190123790372198</c:v>
                </c:pt>
                <c:pt idx="55">
                  <c:v>78.190123790372198</c:v>
                </c:pt>
                <c:pt idx="56">
                  <c:v>78.190123790372198</c:v>
                </c:pt>
                <c:pt idx="57">
                  <c:v>78.190123790372198</c:v>
                </c:pt>
                <c:pt idx="58">
                  <c:v>78.190123790372198</c:v>
                </c:pt>
                <c:pt idx="59">
                  <c:v>78.190123790372198</c:v>
                </c:pt>
                <c:pt idx="60">
                  <c:v>78.190123790372198</c:v>
                </c:pt>
                <c:pt idx="61">
                  <c:v>78.190123790372198</c:v>
                </c:pt>
                <c:pt idx="62">
                  <c:v>78.190123790372198</c:v>
                </c:pt>
                <c:pt idx="63">
                  <c:v>90.0856367100114</c:v>
                </c:pt>
                <c:pt idx="64">
                  <c:v>90.0856367100114</c:v>
                </c:pt>
                <c:pt idx="65">
                  <c:v>90.0856367100114</c:v>
                </c:pt>
                <c:pt idx="66">
                  <c:v>90.0856367100114</c:v>
                </c:pt>
                <c:pt idx="67">
                  <c:v>90.0856367100114</c:v>
                </c:pt>
                <c:pt idx="68">
                  <c:v>90.0856367100114</c:v>
                </c:pt>
                <c:pt idx="69">
                  <c:v>90.0856367100114</c:v>
                </c:pt>
                <c:pt idx="70">
                  <c:v>90.0856367100114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DAD1-F64F-A385-771E5A1DCAD4}"/>
            </c:ext>
          </c:extLst>
        </c:ser>
        <c:ser>
          <c:idx val="15"/>
          <c:order val="15"/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Sol_bench72!$C$608:$BV$608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DAD1-F64F-A385-771E5A1DCAD4}"/>
            </c:ext>
          </c:extLst>
        </c:ser>
        <c:ser>
          <c:idx val="16"/>
          <c:order val="16"/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Sol_bench72!$C$609:$BV$609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DAD1-F64F-A385-771E5A1DCAD4}"/>
            </c:ext>
          </c:extLst>
        </c:ser>
        <c:ser>
          <c:idx val="17"/>
          <c:order val="17"/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Sol_bench72!$C$610:$BV$610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DAD1-F64F-A385-771E5A1DCA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4591056"/>
        <c:axId val="444592768"/>
      </c:lineChart>
      <c:catAx>
        <c:axId val="44459105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592768"/>
        <c:crosses val="autoZero"/>
        <c:auto val="1"/>
        <c:lblAlgn val="ctr"/>
        <c:lblOffset val="100"/>
        <c:noMultiLvlLbl val="0"/>
      </c:catAx>
      <c:valAx>
        <c:axId val="444592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591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Mono sol, T = 72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Sol_bench72!$C$593:$BV$593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BA-734D-AB49-7F2B226B9ECD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Sol_bench72!$C$594:$BV$594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BA-734D-AB49-7F2B226B9ECD}"/>
            </c:ext>
          </c:extLst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Sol_bench72!$C$595:$BV$595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BA-734D-AB49-7F2B226B9ECD}"/>
            </c:ext>
          </c:extLst>
        </c:ser>
        <c:ser>
          <c:idx val="3"/>
          <c:order val="3"/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Sol_bench72!$C$596:$BV$596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3BA-734D-AB49-7F2B226B9ECD}"/>
            </c:ext>
          </c:extLst>
        </c:ser>
        <c:ser>
          <c:idx val="4"/>
          <c:order val="4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Sol_bench72!$C$597:$BV$597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129.563286305742</c:v>
                </c:pt>
                <c:pt idx="8">
                  <c:v>129.563286305742</c:v>
                </c:pt>
                <c:pt idx="9">
                  <c:v>129.563286305742</c:v>
                </c:pt>
                <c:pt idx="10">
                  <c:v>149.14297643934799</c:v>
                </c:pt>
                <c:pt idx="11">
                  <c:v>149.14297643934799</c:v>
                </c:pt>
                <c:pt idx="12">
                  <c:v>176.63153890148399</c:v>
                </c:pt>
                <c:pt idx="13">
                  <c:v>220.64704905144899</c:v>
                </c:pt>
                <c:pt idx="14">
                  <c:v>220.64704905144899</c:v>
                </c:pt>
                <c:pt idx="15">
                  <c:v>223.218396998972</c:v>
                </c:pt>
                <c:pt idx="16">
                  <c:v>223.218396998972</c:v>
                </c:pt>
                <c:pt idx="17">
                  <c:v>235.23470540864199</c:v>
                </c:pt>
                <c:pt idx="18">
                  <c:v>235.23470540864199</c:v>
                </c:pt>
                <c:pt idx="19">
                  <c:v>235.23470540864199</c:v>
                </c:pt>
                <c:pt idx="20">
                  <c:v>235.23470540864199</c:v>
                </c:pt>
                <c:pt idx="21">
                  <c:v>235.23470540864199</c:v>
                </c:pt>
                <c:pt idx="22">
                  <c:v>235.23470540864199</c:v>
                </c:pt>
                <c:pt idx="23">
                  <c:v>235.23470540864199</c:v>
                </c:pt>
                <c:pt idx="24">
                  <c:v>235.23470540864199</c:v>
                </c:pt>
                <c:pt idx="25">
                  <c:v>212.526995549779</c:v>
                </c:pt>
                <c:pt idx="26">
                  <c:v>212.526995549779</c:v>
                </c:pt>
                <c:pt idx="27">
                  <c:v>212.35059119585401</c:v>
                </c:pt>
                <c:pt idx="28">
                  <c:v>173.59252980397801</c:v>
                </c:pt>
                <c:pt idx="29">
                  <c:v>173.59252980397801</c:v>
                </c:pt>
                <c:pt idx="30">
                  <c:v>166.63233979284601</c:v>
                </c:pt>
                <c:pt idx="31">
                  <c:v>166.63233979284601</c:v>
                </c:pt>
                <c:pt idx="32">
                  <c:v>163.48424108834601</c:v>
                </c:pt>
                <c:pt idx="33">
                  <c:v>128.947810393315</c:v>
                </c:pt>
                <c:pt idx="34">
                  <c:v>128.947810393315</c:v>
                </c:pt>
                <c:pt idx="35">
                  <c:v>128.947810393315</c:v>
                </c:pt>
                <c:pt idx="36">
                  <c:v>163.83705923153499</c:v>
                </c:pt>
                <c:pt idx="37">
                  <c:v>202.97491844804699</c:v>
                </c:pt>
                <c:pt idx="38">
                  <c:v>202.97491844804699</c:v>
                </c:pt>
                <c:pt idx="39">
                  <c:v>202.97491844804699</c:v>
                </c:pt>
                <c:pt idx="40">
                  <c:v>202.97491844804699</c:v>
                </c:pt>
                <c:pt idx="41">
                  <c:v>202.97491844804699</c:v>
                </c:pt>
                <c:pt idx="42">
                  <c:v>202.97491844804699</c:v>
                </c:pt>
                <c:pt idx="43">
                  <c:v>202.97491844804699</c:v>
                </c:pt>
                <c:pt idx="44">
                  <c:v>202.97491844804699</c:v>
                </c:pt>
                <c:pt idx="45">
                  <c:v>202.97491844804699</c:v>
                </c:pt>
                <c:pt idx="46">
                  <c:v>183.75064222055599</c:v>
                </c:pt>
                <c:pt idx="47">
                  <c:v>153.50632669538101</c:v>
                </c:pt>
                <c:pt idx="48">
                  <c:v>99.257756002331305</c:v>
                </c:pt>
                <c:pt idx="49">
                  <c:v>99.257756002331305</c:v>
                </c:pt>
                <c:pt idx="50">
                  <c:v>69.316989525767198</c:v>
                </c:pt>
                <c:pt idx="51">
                  <c:v>69.316989525767198</c:v>
                </c:pt>
                <c:pt idx="52">
                  <c:v>13.891846070211599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16.265764852980201</c:v>
                </c:pt>
                <c:pt idx="59">
                  <c:v>57.805487794840097</c:v>
                </c:pt>
                <c:pt idx="60">
                  <c:v>65.223830541171594</c:v>
                </c:pt>
                <c:pt idx="61">
                  <c:v>108.85957207397701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3BA-734D-AB49-7F2B226B9ECD}"/>
            </c:ext>
          </c:extLst>
        </c:ser>
        <c:ser>
          <c:idx val="5"/>
          <c:order val="5"/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Sol_bench72!$C$598:$BV$598</c:f>
              <c:numCache>
                <c:formatCode>General</c:formatCode>
                <c:ptCount val="72"/>
                <c:pt idx="0">
                  <c:v>149.64788730000001</c:v>
                </c:pt>
                <c:pt idx="1">
                  <c:v>149.64788730000001</c:v>
                </c:pt>
                <c:pt idx="2">
                  <c:v>149.64788730000001</c:v>
                </c:pt>
                <c:pt idx="3">
                  <c:v>149.64788730000001</c:v>
                </c:pt>
                <c:pt idx="4">
                  <c:v>149.64788730000001</c:v>
                </c:pt>
                <c:pt idx="5">
                  <c:v>149.64788730000001</c:v>
                </c:pt>
                <c:pt idx="6">
                  <c:v>149.64788730000001</c:v>
                </c:pt>
                <c:pt idx="7">
                  <c:v>149.64788730000001</c:v>
                </c:pt>
                <c:pt idx="8">
                  <c:v>149.64788730000001</c:v>
                </c:pt>
                <c:pt idx="9">
                  <c:v>149.64788730000001</c:v>
                </c:pt>
                <c:pt idx="10">
                  <c:v>149.64788730000001</c:v>
                </c:pt>
                <c:pt idx="11">
                  <c:v>149.64788730000001</c:v>
                </c:pt>
                <c:pt idx="12">
                  <c:v>149.64788730000001</c:v>
                </c:pt>
                <c:pt idx="13">
                  <c:v>149.64788730000001</c:v>
                </c:pt>
                <c:pt idx="14">
                  <c:v>149.64788730000001</c:v>
                </c:pt>
                <c:pt idx="15">
                  <c:v>149.64788730000001</c:v>
                </c:pt>
                <c:pt idx="16">
                  <c:v>149.64788730000001</c:v>
                </c:pt>
                <c:pt idx="17">
                  <c:v>149.64788730000001</c:v>
                </c:pt>
                <c:pt idx="18">
                  <c:v>149.64788730000001</c:v>
                </c:pt>
                <c:pt idx="19">
                  <c:v>149.64788730000001</c:v>
                </c:pt>
                <c:pt idx="20">
                  <c:v>149.64788730000001</c:v>
                </c:pt>
                <c:pt idx="21">
                  <c:v>149.64788730000001</c:v>
                </c:pt>
                <c:pt idx="22">
                  <c:v>149.64788730000001</c:v>
                </c:pt>
                <c:pt idx="23">
                  <c:v>149.64788730000001</c:v>
                </c:pt>
                <c:pt idx="24">
                  <c:v>149.64788730000001</c:v>
                </c:pt>
                <c:pt idx="25">
                  <c:v>149.64788730000001</c:v>
                </c:pt>
                <c:pt idx="26">
                  <c:v>149.64788730000001</c:v>
                </c:pt>
                <c:pt idx="27">
                  <c:v>149.64788730000001</c:v>
                </c:pt>
                <c:pt idx="28">
                  <c:v>149.64788730000001</c:v>
                </c:pt>
                <c:pt idx="29">
                  <c:v>149.64788730000001</c:v>
                </c:pt>
                <c:pt idx="30">
                  <c:v>149.64788730000001</c:v>
                </c:pt>
                <c:pt idx="31">
                  <c:v>149.64788730000001</c:v>
                </c:pt>
                <c:pt idx="32">
                  <c:v>149.64788730000001</c:v>
                </c:pt>
                <c:pt idx="33">
                  <c:v>149.64788730000001</c:v>
                </c:pt>
                <c:pt idx="34">
                  <c:v>149.64788730000001</c:v>
                </c:pt>
                <c:pt idx="35">
                  <c:v>149.64788730000001</c:v>
                </c:pt>
                <c:pt idx="36">
                  <c:v>149.64788730000001</c:v>
                </c:pt>
                <c:pt idx="37">
                  <c:v>149.64788730000001</c:v>
                </c:pt>
                <c:pt idx="38">
                  <c:v>149.64788730000001</c:v>
                </c:pt>
                <c:pt idx="39">
                  <c:v>149.64788730000001</c:v>
                </c:pt>
                <c:pt idx="40">
                  <c:v>149.64788730000001</c:v>
                </c:pt>
                <c:pt idx="41">
                  <c:v>149.64788730000001</c:v>
                </c:pt>
                <c:pt idx="42">
                  <c:v>149.64788730000001</c:v>
                </c:pt>
                <c:pt idx="43">
                  <c:v>149.64788730000001</c:v>
                </c:pt>
                <c:pt idx="44">
                  <c:v>149.64788730000001</c:v>
                </c:pt>
                <c:pt idx="45">
                  <c:v>149.64788730000001</c:v>
                </c:pt>
                <c:pt idx="46">
                  <c:v>149.64788730000001</c:v>
                </c:pt>
                <c:pt idx="47">
                  <c:v>149.64788730000001</c:v>
                </c:pt>
                <c:pt idx="48">
                  <c:v>149.64788730000001</c:v>
                </c:pt>
                <c:pt idx="49">
                  <c:v>149.64788730000001</c:v>
                </c:pt>
                <c:pt idx="50">
                  <c:v>149.64788730000001</c:v>
                </c:pt>
                <c:pt idx="51">
                  <c:v>149.64788730000001</c:v>
                </c:pt>
                <c:pt idx="52">
                  <c:v>149.64788730000001</c:v>
                </c:pt>
                <c:pt idx="53">
                  <c:v>149.64788730000001</c:v>
                </c:pt>
                <c:pt idx="54">
                  <c:v>149.64788730000001</c:v>
                </c:pt>
                <c:pt idx="55">
                  <c:v>149.64788730000001</c:v>
                </c:pt>
                <c:pt idx="56">
                  <c:v>149.64788730000001</c:v>
                </c:pt>
                <c:pt idx="57">
                  <c:v>149.64788730000001</c:v>
                </c:pt>
                <c:pt idx="58">
                  <c:v>149.64788730000001</c:v>
                </c:pt>
                <c:pt idx="59">
                  <c:v>149.64788730000001</c:v>
                </c:pt>
                <c:pt idx="60">
                  <c:v>149.64788730000001</c:v>
                </c:pt>
                <c:pt idx="61">
                  <c:v>149.64788730000001</c:v>
                </c:pt>
                <c:pt idx="62">
                  <c:v>149.64788730000001</c:v>
                </c:pt>
                <c:pt idx="63">
                  <c:v>149.64788730000001</c:v>
                </c:pt>
                <c:pt idx="64">
                  <c:v>149.64788730000001</c:v>
                </c:pt>
                <c:pt idx="65">
                  <c:v>149.64788730000001</c:v>
                </c:pt>
                <c:pt idx="66">
                  <c:v>149.64788730000001</c:v>
                </c:pt>
                <c:pt idx="67">
                  <c:v>149.64788730000001</c:v>
                </c:pt>
                <c:pt idx="68">
                  <c:v>149.64788730000001</c:v>
                </c:pt>
                <c:pt idx="69">
                  <c:v>149.64788730000001</c:v>
                </c:pt>
                <c:pt idx="70">
                  <c:v>149.64788730000001</c:v>
                </c:pt>
                <c:pt idx="71">
                  <c:v>149.64788730000001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3BA-734D-AB49-7F2B226B9ECD}"/>
            </c:ext>
          </c:extLst>
        </c:ser>
        <c:ser>
          <c:idx val="6"/>
          <c:order val="6"/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Sol_bench72!$C$599:$BV$599</c:f>
              <c:numCache>
                <c:formatCode>General</c:formatCode>
                <c:ptCount val="72"/>
                <c:pt idx="0">
                  <c:v>299.29577465</c:v>
                </c:pt>
                <c:pt idx="1">
                  <c:v>299.29577465</c:v>
                </c:pt>
                <c:pt idx="2">
                  <c:v>299.29577465</c:v>
                </c:pt>
                <c:pt idx="3">
                  <c:v>299.29577465</c:v>
                </c:pt>
                <c:pt idx="4">
                  <c:v>299.29577465</c:v>
                </c:pt>
                <c:pt idx="5">
                  <c:v>299.29577465</c:v>
                </c:pt>
                <c:pt idx="6">
                  <c:v>299.29577465</c:v>
                </c:pt>
                <c:pt idx="7">
                  <c:v>299.29577465</c:v>
                </c:pt>
                <c:pt idx="8">
                  <c:v>299.29577465</c:v>
                </c:pt>
                <c:pt idx="9">
                  <c:v>299.29577465</c:v>
                </c:pt>
                <c:pt idx="10">
                  <c:v>299.29577465</c:v>
                </c:pt>
                <c:pt idx="11">
                  <c:v>299.29577465</c:v>
                </c:pt>
                <c:pt idx="12">
                  <c:v>299.29577465</c:v>
                </c:pt>
                <c:pt idx="13">
                  <c:v>299.29577465</c:v>
                </c:pt>
                <c:pt idx="14">
                  <c:v>299.29577465</c:v>
                </c:pt>
                <c:pt idx="15">
                  <c:v>299.29577465</c:v>
                </c:pt>
                <c:pt idx="16">
                  <c:v>299.29577465</c:v>
                </c:pt>
                <c:pt idx="17">
                  <c:v>299.29577465</c:v>
                </c:pt>
                <c:pt idx="18">
                  <c:v>299.29577465</c:v>
                </c:pt>
                <c:pt idx="19">
                  <c:v>299.29577465</c:v>
                </c:pt>
                <c:pt idx="20">
                  <c:v>299.29577465</c:v>
                </c:pt>
                <c:pt idx="21">
                  <c:v>299.29577465</c:v>
                </c:pt>
                <c:pt idx="22">
                  <c:v>299.29577465</c:v>
                </c:pt>
                <c:pt idx="23">
                  <c:v>299.29577465</c:v>
                </c:pt>
                <c:pt idx="24">
                  <c:v>299.29577465</c:v>
                </c:pt>
                <c:pt idx="25">
                  <c:v>299.29577465</c:v>
                </c:pt>
                <c:pt idx="26">
                  <c:v>299.29577465</c:v>
                </c:pt>
                <c:pt idx="27">
                  <c:v>299.29577465</c:v>
                </c:pt>
                <c:pt idx="28">
                  <c:v>299.29577465</c:v>
                </c:pt>
                <c:pt idx="29">
                  <c:v>299.29577465</c:v>
                </c:pt>
                <c:pt idx="30">
                  <c:v>299.29577465</c:v>
                </c:pt>
                <c:pt idx="31">
                  <c:v>299.29577465</c:v>
                </c:pt>
                <c:pt idx="32">
                  <c:v>299.29577465</c:v>
                </c:pt>
                <c:pt idx="33">
                  <c:v>299.29577465</c:v>
                </c:pt>
                <c:pt idx="34">
                  <c:v>299.29577465</c:v>
                </c:pt>
                <c:pt idx="35">
                  <c:v>299.29577465</c:v>
                </c:pt>
                <c:pt idx="36">
                  <c:v>299.29577465</c:v>
                </c:pt>
                <c:pt idx="37">
                  <c:v>299.29577465</c:v>
                </c:pt>
                <c:pt idx="38">
                  <c:v>299.29577465</c:v>
                </c:pt>
                <c:pt idx="39">
                  <c:v>299.29577465</c:v>
                </c:pt>
                <c:pt idx="40">
                  <c:v>299.29577465</c:v>
                </c:pt>
                <c:pt idx="41">
                  <c:v>299.29577465</c:v>
                </c:pt>
                <c:pt idx="42">
                  <c:v>299.29577465</c:v>
                </c:pt>
                <c:pt idx="43">
                  <c:v>299.29577465</c:v>
                </c:pt>
                <c:pt idx="44">
                  <c:v>299.29577465</c:v>
                </c:pt>
                <c:pt idx="45">
                  <c:v>299.29577465</c:v>
                </c:pt>
                <c:pt idx="46">
                  <c:v>299.29577465</c:v>
                </c:pt>
                <c:pt idx="47">
                  <c:v>299.29577465</c:v>
                </c:pt>
                <c:pt idx="48">
                  <c:v>299.29577465</c:v>
                </c:pt>
                <c:pt idx="49">
                  <c:v>299.29577465</c:v>
                </c:pt>
                <c:pt idx="50">
                  <c:v>299.29577465</c:v>
                </c:pt>
                <c:pt idx="51">
                  <c:v>299.29577465</c:v>
                </c:pt>
                <c:pt idx="52">
                  <c:v>299.29577465</c:v>
                </c:pt>
                <c:pt idx="53">
                  <c:v>299.29577465</c:v>
                </c:pt>
                <c:pt idx="54">
                  <c:v>299.29577465</c:v>
                </c:pt>
                <c:pt idx="55">
                  <c:v>299.29577465</c:v>
                </c:pt>
                <c:pt idx="56">
                  <c:v>299.29577465</c:v>
                </c:pt>
                <c:pt idx="57">
                  <c:v>299.29577465</c:v>
                </c:pt>
                <c:pt idx="58">
                  <c:v>299.29577465</c:v>
                </c:pt>
                <c:pt idx="59">
                  <c:v>299.29577465</c:v>
                </c:pt>
                <c:pt idx="60">
                  <c:v>299.29577465</c:v>
                </c:pt>
                <c:pt idx="61">
                  <c:v>299.29577465</c:v>
                </c:pt>
                <c:pt idx="62">
                  <c:v>299.29577465</c:v>
                </c:pt>
                <c:pt idx="63">
                  <c:v>299.29577465</c:v>
                </c:pt>
                <c:pt idx="64">
                  <c:v>299.29577465</c:v>
                </c:pt>
                <c:pt idx="65">
                  <c:v>299.29577465</c:v>
                </c:pt>
                <c:pt idx="66">
                  <c:v>299.29577465</c:v>
                </c:pt>
                <c:pt idx="67">
                  <c:v>299.29577465</c:v>
                </c:pt>
                <c:pt idx="68">
                  <c:v>299.29577465</c:v>
                </c:pt>
                <c:pt idx="69">
                  <c:v>299.29577465</c:v>
                </c:pt>
                <c:pt idx="70">
                  <c:v>299.29577465</c:v>
                </c:pt>
                <c:pt idx="71">
                  <c:v>299.29577465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3BA-734D-AB49-7F2B226B9ECD}"/>
            </c:ext>
          </c:extLst>
        </c:ser>
        <c:ser>
          <c:idx val="7"/>
          <c:order val="7"/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Sol_bench72!$C$600:$BV$600</c:f>
              <c:numCache>
                <c:formatCode>General</c:formatCode>
                <c:ptCount val="72"/>
                <c:pt idx="0">
                  <c:v>299.29577465</c:v>
                </c:pt>
                <c:pt idx="1">
                  <c:v>299.29577465</c:v>
                </c:pt>
                <c:pt idx="2">
                  <c:v>299.29577465</c:v>
                </c:pt>
                <c:pt idx="3">
                  <c:v>299.29577465</c:v>
                </c:pt>
                <c:pt idx="4">
                  <c:v>299.29577465</c:v>
                </c:pt>
                <c:pt idx="5">
                  <c:v>299.29577465</c:v>
                </c:pt>
                <c:pt idx="6">
                  <c:v>299.29577465</c:v>
                </c:pt>
                <c:pt idx="7">
                  <c:v>299.29577465</c:v>
                </c:pt>
                <c:pt idx="8">
                  <c:v>299.29577465</c:v>
                </c:pt>
                <c:pt idx="9">
                  <c:v>299.29577465</c:v>
                </c:pt>
                <c:pt idx="10">
                  <c:v>299.29577465</c:v>
                </c:pt>
                <c:pt idx="11">
                  <c:v>299.29577465</c:v>
                </c:pt>
                <c:pt idx="12">
                  <c:v>299.29577465</c:v>
                </c:pt>
                <c:pt idx="13">
                  <c:v>299.29577465</c:v>
                </c:pt>
                <c:pt idx="14">
                  <c:v>299.29577465</c:v>
                </c:pt>
                <c:pt idx="15">
                  <c:v>299.29577465</c:v>
                </c:pt>
                <c:pt idx="16">
                  <c:v>299.29577465</c:v>
                </c:pt>
                <c:pt idx="17">
                  <c:v>299.29577465</c:v>
                </c:pt>
                <c:pt idx="18">
                  <c:v>299.29577465</c:v>
                </c:pt>
                <c:pt idx="19">
                  <c:v>299.29577465</c:v>
                </c:pt>
                <c:pt idx="20">
                  <c:v>299.29577465</c:v>
                </c:pt>
                <c:pt idx="21">
                  <c:v>299.29577465</c:v>
                </c:pt>
                <c:pt idx="22">
                  <c:v>299.29577465</c:v>
                </c:pt>
                <c:pt idx="23">
                  <c:v>299.29577465</c:v>
                </c:pt>
                <c:pt idx="24">
                  <c:v>299.29577465</c:v>
                </c:pt>
                <c:pt idx="25">
                  <c:v>299.29577465</c:v>
                </c:pt>
                <c:pt idx="26">
                  <c:v>299.29577465</c:v>
                </c:pt>
                <c:pt idx="27">
                  <c:v>299.29577465</c:v>
                </c:pt>
                <c:pt idx="28">
                  <c:v>299.29577465</c:v>
                </c:pt>
                <c:pt idx="29">
                  <c:v>299.29577465</c:v>
                </c:pt>
                <c:pt idx="30">
                  <c:v>299.29577465</c:v>
                </c:pt>
                <c:pt idx="31">
                  <c:v>299.29577465</c:v>
                </c:pt>
                <c:pt idx="32">
                  <c:v>299.29577465</c:v>
                </c:pt>
                <c:pt idx="33">
                  <c:v>299.29577465</c:v>
                </c:pt>
                <c:pt idx="34">
                  <c:v>299.29577465</c:v>
                </c:pt>
                <c:pt idx="35">
                  <c:v>299.29577465</c:v>
                </c:pt>
                <c:pt idx="36">
                  <c:v>299.29577465</c:v>
                </c:pt>
                <c:pt idx="37">
                  <c:v>299.29577465</c:v>
                </c:pt>
                <c:pt idx="38">
                  <c:v>299.29577465</c:v>
                </c:pt>
                <c:pt idx="39">
                  <c:v>299.29577465</c:v>
                </c:pt>
                <c:pt idx="40">
                  <c:v>299.29577465</c:v>
                </c:pt>
                <c:pt idx="41">
                  <c:v>299.29577465</c:v>
                </c:pt>
                <c:pt idx="42">
                  <c:v>299.29577465</c:v>
                </c:pt>
                <c:pt idx="43">
                  <c:v>299.29577465</c:v>
                </c:pt>
                <c:pt idx="44">
                  <c:v>299.29577465</c:v>
                </c:pt>
                <c:pt idx="45">
                  <c:v>299.29577465</c:v>
                </c:pt>
                <c:pt idx="46">
                  <c:v>299.29577465</c:v>
                </c:pt>
                <c:pt idx="47">
                  <c:v>299.29577465</c:v>
                </c:pt>
                <c:pt idx="48">
                  <c:v>289.97873306410702</c:v>
                </c:pt>
                <c:pt idx="49">
                  <c:v>283.112463567227</c:v>
                </c:pt>
                <c:pt idx="50">
                  <c:v>275.13226157133403</c:v>
                </c:pt>
                <c:pt idx="51">
                  <c:v>275.13226157133403</c:v>
                </c:pt>
                <c:pt idx="52">
                  <c:v>272.69307209877502</c:v>
                </c:pt>
                <c:pt idx="53">
                  <c:v>272.69307209877502</c:v>
                </c:pt>
                <c:pt idx="54">
                  <c:v>267.72587293621598</c:v>
                </c:pt>
                <c:pt idx="55">
                  <c:v>267.72587293621598</c:v>
                </c:pt>
                <c:pt idx="56">
                  <c:v>260.25861324810103</c:v>
                </c:pt>
                <c:pt idx="57">
                  <c:v>254.02617313443099</c:v>
                </c:pt>
                <c:pt idx="58">
                  <c:v>249.077164352983</c:v>
                </c:pt>
                <c:pt idx="59">
                  <c:v>249.39115583971</c:v>
                </c:pt>
                <c:pt idx="60">
                  <c:v>254.12556456903701</c:v>
                </c:pt>
                <c:pt idx="61">
                  <c:v>258.33690283656398</c:v>
                </c:pt>
                <c:pt idx="62">
                  <c:v>259.721370992191</c:v>
                </c:pt>
                <c:pt idx="63">
                  <c:v>259.721370992191</c:v>
                </c:pt>
                <c:pt idx="64">
                  <c:v>259.721370992191</c:v>
                </c:pt>
                <c:pt idx="65">
                  <c:v>259.721370992191</c:v>
                </c:pt>
                <c:pt idx="66">
                  <c:v>265.55670407621801</c:v>
                </c:pt>
                <c:pt idx="67">
                  <c:v>276.61162256444499</c:v>
                </c:pt>
                <c:pt idx="68">
                  <c:v>286.58809703297197</c:v>
                </c:pt>
                <c:pt idx="69">
                  <c:v>299.29577465</c:v>
                </c:pt>
                <c:pt idx="70">
                  <c:v>299.29577465</c:v>
                </c:pt>
                <c:pt idx="71">
                  <c:v>299.29577465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3BA-734D-AB49-7F2B226B9ECD}"/>
            </c:ext>
          </c:extLst>
        </c:ser>
        <c:ser>
          <c:idx val="8"/>
          <c:order val="8"/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Sol_bench72!$C$601:$BV$601</c:f>
              <c:numCache>
                <c:formatCode>General</c:formatCode>
                <c:ptCount val="72"/>
                <c:pt idx="0">
                  <c:v>299.29577465</c:v>
                </c:pt>
                <c:pt idx="1">
                  <c:v>299.29577465</c:v>
                </c:pt>
                <c:pt idx="2">
                  <c:v>299.29577465</c:v>
                </c:pt>
                <c:pt idx="3">
                  <c:v>299.29577465</c:v>
                </c:pt>
                <c:pt idx="4">
                  <c:v>299.29577465</c:v>
                </c:pt>
                <c:pt idx="5">
                  <c:v>299.29577465</c:v>
                </c:pt>
                <c:pt idx="6">
                  <c:v>299.29577465</c:v>
                </c:pt>
                <c:pt idx="7">
                  <c:v>299.29577465</c:v>
                </c:pt>
                <c:pt idx="8">
                  <c:v>299.29577465</c:v>
                </c:pt>
                <c:pt idx="9">
                  <c:v>299.29577465</c:v>
                </c:pt>
                <c:pt idx="10">
                  <c:v>299.29577465</c:v>
                </c:pt>
                <c:pt idx="11">
                  <c:v>299.29577465</c:v>
                </c:pt>
                <c:pt idx="12">
                  <c:v>299.29577465</c:v>
                </c:pt>
                <c:pt idx="13">
                  <c:v>299.29577465</c:v>
                </c:pt>
                <c:pt idx="14">
                  <c:v>299.29577465</c:v>
                </c:pt>
                <c:pt idx="15">
                  <c:v>299.29577465</c:v>
                </c:pt>
                <c:pt idx="16">
                  <c:v>299.29577465</c:v>
                </c:pt>
                <c:pt idx="17">
                  <c:v>299.29577465</c:v>
                </c:pt>
                <c:pt idx="18">
                  <c:v>299.29577465</c:v>
                </c:pt>
                <c:pt idx="19">
                  <c:v>299.29577465</c:v>
                </c:pt>
                <c:pt idx="20">
                  <c:v>299.29577465</c:v>
                </c:pt>
                <c:pt idx="21">
                  <c:v>299.29577465</c:v>
                </c:pt>
                <c:pt idx="22">
                  <c:v>299.29577465</c:v>
                </c:pt>
                <c:pt idx="23">
                  <c:v>299.29577465</c:v>
                </c:pt>
                <c:pt idx="24">
                  <c:v>299.29577465</c:v>
                </c:pt>
                <c:pt idx="25">
                  <c:v>299.29577465</c:v>
                </c:pt>
                <c:pt idx="26">
                  <c:v>299.29577465</c:v>
                </c:pt>
                <c:pt idx="27">
                  <c:v>299.29577465</c:v>
                </c:pt>
                <c:pt idx="28">
                  <c:v>299.29577465</c:v>
                </c:pt>
                <c:pt idx="29">
                  <c:v>299.29577465</c:v>
                </c:pt>
                <c:pt idx="30">
                  <c:v>299.29577465</c:v>
                </c:pt>
                <c:pt idx="31">
                  <c:v>299.29577465</c:v>
                </c:pt>
                <c:pt idx="32">
                  <c:v>299.29577465</c:v>
                </c:pt>
                <c:pt idx="33">
                  <c:v>299.29577465</c:v>
                </c:pt>
                <c:pt idx="34">
                  <c:v>299.29577465</c:v>
                </c:pt>
                <c:pt idx="35">
                  <c:v>299.29577465</c:v>
                </c:pt>
                <c:pt idx="36">
                  <c:v>299.29577465</c:v>
                </c:pt>
                <c:pt idx="37">
                  <c:v>299.29577465</c:v>
                </c:pt>
                <c:pt idx="38">
                  <c:v>299.29577465</c:v>
                </c:pt>
                <c:pt idx="39">
                  <c:v>299.29577465</c:v>
                </c:pt>
                <c:pt idx="40">
                  <c:v>299.29577465</c:v>
                </c:pt>
                <c:pt idx="41">
                  <c:v>299.29577465</c:v>
                </c:pt>
                <c:pt idx="42">
                  <c:v>299.29577465</c:v>
                </c:pt>
                <c:pt idx="43">
                  <c:v>299.29577465</c:v>
                </c:pt>
                <c:pt idx="44">
                  <c:v>299.29577465</c:v>
                </c:pt>
                <c:pt idx="45">
                  <c:v>299.29577465</c:v>
                </c:pt>
                <c:pt idx="46">
                  <c:v>299.29577465</c:v>
                </c:pt>
                <c:pt idx="47">
                  <c:v>299.29577465</c:v>
                </c:pt>
                <c:pt idx="48">
                  <c:v>299.29577465</c:v>
                </c:pt>
                <c:pt idx="49">
                  <c:v>299.29577465</c:v>
                </c:pt>
                <c:pt idx="50">
                  <c:v>299.29577465</c:v>
                </c:pt>
                <c:pt idx="51">
                  <c:v>299.29577465</c:v>
                </c:pt>
                <c:pt idx="52">
                  <c:v>299.29577465</c:v>
                </c:pt>
                <c:pt idx="53">
                  <c:v>299.29577465</c:v>
                </c:pt>
                <c:pt idx="54">
                  <c:v>299.29577465</c:v>
                </c:pt>
                <c:pt idx="55">
                  <c:v>299.29577465</c:v>
                </c:pt>
                <c:pt idx="56">
                  <c:v>299.29577465</c:v>
                </c:pt>
                <c:pt idx="57">
                  <c:v>299.29577465</c:v>
                </c:pt>
                <c:pt idx="58">
                  <c:v>299.29577465</c:v>
                </c:pt>
                <c:pt idx="59">
                  <c:v>299.29577465</c:v>
                </c:pt>
                <c:pt idx="60">
                  <c:v>299.29577465</c:v>
                </c:pt>
                <c:pt idx="61">
                  <c:v>299.29577465</c:v>
                </c:pt>
                <c:pt idx="62">
                  <c:v>299.29577465</c:v>
                </c:pt>
                <c:pt idx="63">
                  <c:v>299.29577465</c:v>
                </c:pt>
                <c:pt idx="64">
                  <c:v>299.29577465</c:v>
                </c:pt>
                <c:pt idx="65">
                  <c:v>299.29577465</c:v>
                </c:pt>
                <c:pt idx="66">
                  <c:v>299.29577465</c:v>
                </c:pt>
                <c:pt idx="67">
                  <c:v>299.29577465</c:v>
                </c:pt>
                <c:pt idx="68">
                  <c:v>299.29577465</c:v>
                </c:pt>
                <c:pt idx="69">
                  <c:v>299.29577465</c:v>
                </c:pt>
                <c:pt idx="70">
                  <c:v>299.29577465</c:v>
                </c:pt>
                <c:pt idx="71">
                  <c:v>299.29577465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13BA-734D-AB49-7F2B226B9ECD}"/>
            </c:ext>
          </c:extLst>
        </c:ser>
        <c:ser>
          <c:idx val="9"/>
          <c:order val="9"/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Sol_bench72!$C$602:$BV$602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13BA-734D-AB49-7F2B226B9ECD}"/>
            </c:ext>
          </c:extLst>
        </c:ser>
        <c:ser>
          <c:idx val="10"/>
          <c:order val="10"/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Sol_bench72!$C$603:$BV$603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13BA-734D-AB49-7F2B226B9ECD}"/>
            </c:ext>
          </c:extLst>
        </c:ser>
        <c:ser>
          <c:idx val="11"/>
          <c:order val="11"/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Sol_bench72!$C$604:$BV$604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13BA-734D-AB49-7F2B226B9ECD}"/>
            </c:ext>
          </c:extLst>
        </c:ser>
        <c:ser>
          <c:idx val="12"/>
          <c:order val="12"/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Sol_bench72!$C$605:$BV$605</c:f>
              <c:numCache>
                <c:formatCode>General</c:formatCode>
                <c:ptCount val="72"/>
                <c:pt idx="0">
                  <c:v>76.027840429538998</c:v>
                </c:pt>
                <c:pt idx="1">
                  <c:v>73.548162864597501</c:v>
                </c:pt>
                <c:pt idx="2">
                  <c:v>67.998471013018602</c:v>
                </c:pt>
                <c:pt idx="3">
                  <c:v>67.998471013018602</c:v>
                </c:pt>
                <c:pt idx="4">
                  <c:v>62.457172746814699</c:v>
                </c:pt>
                <c:pt idx="5">
                  <c:v>62.457172746814699</c:v>
                </c:pt>
                <c:pt idx="6">
                  <c:v>57.8073518707169</c:v>
                </c:pt>
                <c:pt idx="7">
                  <c:v>57.8073518707169</c:v>
                </c:pt>
                <c:pt idx="8">
                  <c:v>57.8073518707169</c:v>
                </c:pt>
                <c:pt idx="9">
                  <c:v>26.0542360529993</c:v>
                </c:pt>
                <c:pt idx="10">
                  <c:v>26.0542360529993</c:v>
                </c:pt>
                <c:pt idx="11">
                  <c:v>60.938522318859299</c:v>
                </c:pt>
                <c:pt idx="12">
                  <c:v>60.938522318859299</c:v>
                </c:pt>
                <c:pt idx="13">
                  <c:v>60.938522318859299</c:v>
                </c:pt>
                <c:pt idx="14">
                  <c:v>85.388127259541506</c:v>
                </c:pt>
                <c:pt idx="15">
                  <c:v>123.099394864541</c:v>
                </c:pt>
                <c:pt idx="16">
                  <c:v>137.60380967096299</c:v>
                </c:pt>
                <c:pt idx="17">
                  <c:v>137.60380967096299</c:v>
                </c:pt>
                <c:pt idx="18">
                  <c:v>137.60380967096299</c:v>
                </c:pt>
                <c:pt idx="19">
                  <c:v>137.60380967096299</c:v>
                </c:pt>
                <c:pt idx="20">
                  <c:v>137.60380967096299</c:v>
                </c:pt>
                <c:pt idx="21">
                  <c:v>137.60380967096299</c:v>
                </c:pt>
                <c:pt idx="22">
                  <c:v>91.046689170963106</c:v>
                </c:pt>
                <c:pt idx="23">
                  <c:v>83.802816899999996</c:v>
                </c:pt>
                <c:pt idx="24">
                  <c:v>80.544349256436604</c:v>
                </c:pt>
                <c:pt idx="25">
                  <c:v>80.544349256436604</c:v>
                </c:pt>
                <c:pt idx="26">
                  <c:v>71.570575438599406</c:v>
                </c:pt>
                <c:pt idx="27">
                  <c:v>71.570575438599406</c:v>
                </c:pt>
                <c:pt idx="28">
                  <c:v>66.154390603107402</c:v>
                </c:pt>
                <c:pt idx="29">
                  <c:v>36.397991450974999</c:v>
                </c:pt>
                <c:pt idx="30">
                  <c:v>36.397991450974999</c:v>
                </c:pt>
                <c:pt idx="31">
                  <c:v>34.014966537667</c:v>
                </c:pt>
                <c:pt idx="32">
                  <c:v>34.014966537667</c:v>
                </c:pt>
                <c:pt idx="33">
                  <c:v>34.014966537667</c:v>
                </c:pt>
                <c:pt idx="34">
                  <c:v>46.616544527668097</c:v>
                </c:pt>
                <c:pt idx="35">
                  <c:v>58.731092632525502</c:v>
                </c:pt>
                <c:pt idx="36">
                  <c:v>58.731092632525502</c:v>
                </c:pt>
                <c:pt idx="37">
                  <c:v>58.731092632525502</c:v>
                </c:pt>
                <c:pt idx="38">
                  <c:v>78.374773010562606</c:v>
                </c:pt>
                <c:pt idx="39">
                  <c:v>112.57702723365399</c:v>
                </c:pt>
                <c:pt idx="40">
                  <c:v>122.726000142359</c:v>
                </c:pt>
                <c:pt idx="41">
                  <c:v>151.03577787656801</c:v>
                </c:pt>
                <c:pt idx="42">
                  <c:v>151.03577787656801</c:v>
                </c:pt>
                <c:pt idx="43">
                  <c:v>151.03577787656801</c:v>
                </c:pt>
                <c:pt idx="44">
                  <c:v>151.03577787656801</c:v>
                </c:pt>
                <c:pt idx="45">
                  <c:v>151.03577787656801</c:v>
                </c:pt>
                <c:pt idx="46">
                  <c:v>151.03577787656801</c:v>
                </c:pt>
                <c:pt idx="47">
                  <c:v>151.03577787656801</c:v>
                </c:pt>
                <c:pt idx="48">
                  <c:v>151.03577787656801</c:v>
                </c:pt>
                <c:pt idx="49">
                  <c:v>132.340484077084</c:v>
                </c:pt>
                <c:pt idx="50">
                  <c:v>132.340484077084</c:v>
                </c:pt>
                <c:pt idx="51">
                  <c:v>95.678823975018304</c:v>
                </c:pt>
                <c:pt idx="52">
                  <c:v>88.020578508183306</c:v>
                </c:pt>
                <c:pt idx="53">
                  <c:v>41.463458008183302</c:v>
                </c:pt>
                <c:pt idx="54">
                  <c:v>41.463458008183302</c:v>
                </c:pt>
                <c:pt idx="55">
                  <c:v>41.463458008183302</c:v>
                </c:pt>
                <c:pt idx="56">
                  <c:v>41.463458008183302</c:v>
                </c:pt>
                <c:pt idx="57">
                  <c:v>14.6554789566885</c:v>
                </c:pt>
                <c:pt idx="58">
                  <c:v>14.6554789566885</c:v>
                </c:pt>
                <c:pt idx="59">
                  <c:v>14.6554789566885</c:v>
                </c:pt>
                <c:pt idx="60">
                  <c:v>42.080282995754402</c:v>
                </c:pt>
                <c:pt idx="61">
                  <c:v>42.080282995754402</c:v>
                </c:pt>
                <c:pt idx="62">
                  <c:v>42.080282995754402</c:v>
                </c:pt>
                <c:pt idx="63">
                  <c:v>68.187057408944</c:v>
                </c:pt>
                <c:pt idx="64">
                  <c:v>98.499972599329496</c:v>
                </c:pt>
                <c:pt idx="65">
                  <c:v>133.25289278323399</c:v>
                </c:pt>
                <c:pt idx="66">
                  <c:v>133.25289278323399</c:v>
                </c:pt>
                <c:pt idx="67">
                  <c:v>133.25289278323399</c:v>
                </c:pt>
                <c:pt idx="68">
                  <c:v>133.25289278323399</c:v>
                </c:pt>
                <c:pt idx="69">
                  <c:v>133.25289278323399</c:v>
                </c:pt>
                <c:pt idx="70">
                  <c:v>130.35993740000001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13BA-734D-AB49-7F2B226B9ECD}"/>
            </c:ext>
          </c:extLst>
        </c:ser>
        <c:ser>
          <c:idx val="13"/>
          <c:order val="13"/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Sol_bench72!$C$606:$BV$606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84.358418818897405</c:v>
                </c:pt>
                <c:pt idx="2">
                  <c:v>84.661496007240103</c:v>
                </c:pt>
                <c:pt idx="3">
                  <c:v>86.609575628789898</c:v>
                </c:pt>
                <c:pt idx="4">
                  <c:v>86.609575628789898</c:v>
                </c:pt>
                <c:pt idx="5">
                  <c:v>89.749074210627498</c:v>
                </c:pt>
                <c:pt idx="6">
                  <c:v>96.230664853590298</c:v>
                </c:pt>
                <c:pt idx="7">
                  <c:v>103.565475358548</c:v>
                </c:pt>
                <c:pt idx="8">
                  <c:v>103.565475358548</c:v>
                </c:pt>
                <c:pt idx="9">
                  <c:v>109.046273433191</c:v>
                </c:pt>
                <c:pt idx="10">
                  <c:v>110.653321156853</c:v>
                </c:pt>
                <c:pt idx="11">
                  <c:v>110.653321156853</c:v>
                </c:pt>
                <c:pt idx="12">
                  <c:v>110.653321156853</c:v>
                </c:pt>
                <c:pt idx="13">
                  <c:v>110.653321156853</c:v>
                </c:pt>
                <c:pt idx="14">
                  <c:v>106.43704873726099</c:v>
                </c:pt>
                <c:pt idx="15">
                  <c:v>105.055812344833</c:v>
                </c:pt>
                <c:pt idx="16">
                  <c:v>103.248303831294</c:v>
                </c:pt>
                <c:pt idx="17">
                  <c:v>103.248303831294</c:v>
                </c:pt>
                <c:pt idx="18">
                  <c:v>103.248303831294</c:v>
                </c:pt>
                <c:pt idx="19">
                  <c:v>103.248303831294</c:v>
                </c:pt>
                <c:pt idx="20">
                  <c:v>103.248303831294</c:v>
                </c:pt>
                <c:pt idx="21">
                  <c:v>99.342396607413306</c:v>
                </c:pt>
                <c:pt idx="22">
                  <c:v>96.142453488673198</c:v>
                </c:pt>
                <c:pt idx="23">
                  <c:v>91.560327208748603</c:v>
                </c:pt>
                <c:pt idx="24">
                  <c:v>87.347787181869407</c:v>
                </c:pt>
                <c:pt idx="25">
                  <c:v>85.334799243554002</c:v>
                </c:pt>
                <c:pt idx="26">
                  <c:v>84.529848997865699</c:v>
                </c:pt>
                <c:pt idx="27">
                  <c:v>84.141811609960897</c:v>
                </c:pt>
                <c:pt idx="28">
                  <c:v>83.617365023131896</c:v>
                </c:pt>
                <c:pt idx="29">
                  <c:v>83.084673758604893</c:v>
                </c:pt>
                <c:pt idx="30">
                  <c:v>82.685125284494106</c:v>
                </c:pt>
                <c:pt idx="31">
                  <c:v>81.8737243703373</c:v>
                </c:pt>
                <c:pt idx="32">
                  <c:v>83.383816801894696</c:v>
                </c:pt>
                <c:pt idx="33">
                  <c:v>83.383816801894696</c:v>
                </c:pt>
                <c:pt idx="34">
                  <c:v>82.942995570247504</c:v>
                </c:pt>
                <c:pt idx="35">
                  <c:v>82.802985642003193</c:v>
                </c:pt>
                <c:pt idx="36">
                  <c:v>81.743372235708904</c:v>
                </c:pt>
                <c:pt idx="37">
                  <c:v>80.941006727759401</c:v>
                </c:pt>
                <c:pt idx="38">
                  <c:v>80.941006727759401</c:v>
                </c:pt>
                <c:pt idx="39">
                  <c:v>82.661769889841096</c:v>
                </c:pt>
                <c:pt idx="40">
                  <c:v>82.661769889841096</c:v>
                </c:pt>
                <c:pt idx="41">
                  <c:v>84.617814893129093</c:v>
                </c:pt>
                <c:pt idx="42">
                  <c:v>84.617814893129093</c:v>
                </c:pt>
                <c:pt idx="43">
                  <c:v>84.617814893129093</c:v>
                </c:pt>
                <c:pt idx="44">
                  <c:v>84.224062349778293</c:v>
                </c:pt>
                <c:pt idx="45">
                  <c:v>84.224062349778293</c:v>
                </c:pt>
                <c:pt idx="46">
                  <c:v>83.914069099595594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13BA-734D-AB49-7F2B226B9ECD}"/>
            </c:ext>
          </c:extLst>
        </c:ser>
        <c:ser>
          <c:idx val="14"/>
          <c:order val="14"/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Sol_bench72!$C$607:$BV$607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79.230889685315802</c:v>
                </c:pt>
                <c:pt idx="4">
                  <c:v>79.230889685315802</c:v>
                </c:pt>
                <c:pt idx="5">
                  <c:v>73.787075716537601</c:v>
                </c:pt>
                <c:pt idx="6">
                  <c:v>73.787075716537601</c:v>
                </c:pt>
                <c:pt idx="7">
                  <c:v>72.155633370334499</c:v>
                </c:pt>
                <c:pt idx="8">
                  <c:v>72.155633370334499</c:v>
                </c:pt>
                <c:pt idx="9">
                  <c:v>72.155633370334499</c:v>
                </c:pt>
                <c:pt idx="10">
                  <c:v>91.011267177334503</c:v>
                </c:pt>
                <c:pt idx="11">
                  <c:v>92.183098571999906</c:v>
                </c:pt>
                <c:pt idx="12">
                  <c:v>111.038732378999</c:v>
                </c:pt>
                <c:pt idx="13">
                  <c:v>111.038732378999</c:v>
                </c:pt>
                <c:pt idx="14">
                  <c:v>129.89436618599899</c:v>
                </c:pt>
                <c:pt idx="15">
                  <c:v>129.89436618599899</c:v>
                </c:pt>
                <c:pt idx="16">
                  <c:v>148.74999999299999</c:v>
                </c:pt>
                <c:pt idx="17">
                  <c:v>167.60563379999999</c:v>
                </c:pt>
                <c:pt idx="18">
                  <c:v>167.60563379999999</c:v>
                </c:pt>
                <c:pt idx="19">
                  <c:v>167.60563379999999</c:v>
                </c:pt>
                <c:pt idx="20">
                  <c:v>167.60563379999999</c:v>
                </c:pt>
                <c:pt idx="21">
                  <c:v>167.60563379999999</c:v>
                </c:pt>
                <c:pt idx="22">
                  <c:v>146.749552449417</c:v>
                </c:pt>
                <c:pt idx="23">
                  <c:v>146.749552449417</c:v>
                </c:pt>
                <c:pt idx="24">
                  <c:v>143.62871675677701</c:v>
                </c:pt>
                <c:pt idx="25">
                  <c:v>143.62871675677701</c:v>
                </c:pt>
                <c:pt idx="26">
                  <c:v>120.350156501222</c:v>
                </c:pt>
                <c:pt idx="27">
                  <c:v>97.071596245666598</c:v>
                </c:pt>
                <c:pt idx="28">
                  <c:v>97.071596245666598</c:v>
                </c:pt>
                <c:pt idx="29">
                  <c:v>73.793035990111093</c:v>
                </c:pt>
                <c:pt idx="30">
                  <c:v>73.793035990111093</c:v>
                </c:pt>
                <c:pt idx="31">
                  <c:v>73.793035990111093</c:v>
                </c:pt>
                <c:pt idx="32">
                  <c:v>73.793035990111093</c:v>
                </c:pt>
                <c:pt idx="33">
                  <c:v>73.793035990111093</c:v>
                </c:pt>
                <c:pt idx="34">
                  <c:v>73.793035990111093</c:v>
                </c:pt>
                <c:pt idx="35">
                  <c:v>92.648669797111097</c:v>
                </c:pt>
                <c:pt idx="36">
                  <c:v>92.648669797111097</c:v>
                </c:pt>
                <c:pt idx="37">
                  <c:v>92.648669797111097</c:v>
                </c:pt>
                <c:pt idx="38">
                  <c:v>111.504303604111</c:v>
                </c:pt>
                <c:pt idx="39">
                  <c:v>111.504303604111</c:v>
                </c:pt>
                <c:pt idx="40">
                  <c:v>130.35993741111099</c:v>
                </c:pt>
                <c:pt idx="41">
                  <c:v>130.35993741111099</c:v>
                </c:pt>
                <c:pt idx="42">
                  <c:v>130.35993741111099</c:v>
                </c:pt>
                <c:pt idx="43">
                  <c:v>130.35993741111099</c:v>
                </c:pt>
                <c:pt idx="44">
                  <c:v>130.35993741111099</c:v>
                </c:pt>
                <c:pt idx="45">
                  <c:v>130.35993741111099</c:v>
                </c:pt>
                <c:pt idx="46">
                  <c:v>107.081377155555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78.190123790372198</c:v>
                </c:pt>
                <c:pt idx="55">
                  <c:v>78.190123790372198</c:v>
                </c:pt>
                <c:pt idx="56">
                  <c:v>78.190123790372198</c:v>
                </c:pt>
                <c:pt idx="57">
                  <c:v>78.190123790372198</c:v>
                </c:pt>
                <c:pt idx="58">
                  <c:v>78.190123790372198</c:v>
                </c:pt>
                <c:pt idx="59">
                  <c:v>78.190123790372198</c:v>
                </c:pt>
                <c:pt idx="60">
                  <c:v>78.190123790372198</c:v>
                </c:pt>
                <c:pt idx="61">
                  <c:v>78.190123790372198</c:v>
                </c:pt>
                <c:pt idx="62">
                  <c:v>78.190123790372198</c:v>
                </c:pt>
                <c:pt idx="63">
                  <c:v>90.0856367100114</c:v>
                </c:pt>
                <c:pt idx="64">
                  <c:v>90.0856367100114</c:v>
                </c:pt>
                <c:pt idx="65">
                  <c:v>90.0856367100114</c:v>
                </c:pt>
                <c:pt idx="66">
                  <c:v>90.0856367100114</c:v>
                </c:pt>
                <c:pt idx="67">
                  <c:v>90.0856367100114</c:v>
                </c:pt>
                <c:pt idx="68">
                  <c:v>90.0856367100114</c:v>
                </c:pt>
                <c:pt idx="69">
                  <c:v>90.0856367100114</c:v>
                </c:pt>
                <c:pt idx="70">
                  <c:v>90.0856367100114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13BA-734D-AB49-7F2B226B9ECD}"/>
            </c:ext>
          </c:extLst>
        </c:ser>
        <c:ser>
          <c:idx val="15"/>
          <c:order val="15"/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Sol_bench72!$C$608:$BV$608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3BA-734D-AB49-7F2B226B9ECD}"/>
            </c:ext>
          </c:extLst>
        </c:ser>
        <c:ser>
          <c:idx val="16"/>
          <c:order val="16"/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Sol_bench72!$C$609:$BV$609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13BA-734D-AB49-7F2B226B9ECD}"/>
            </c:ext>
          </c:extLst>
        </c:ser>
        <c:ser>
          <c:idx val="17"/>
          <c:order val="17"/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Sol_bench72!$C$610:$BV$610</c:f>
              <c:numCache>
                <c:formatCode>General</c:formatCode>
                <c:ptCount val="72"/>
                <c:pt idx="0">
                  <c:v>83.802816899999996</c:v>
                </c:pt>
                <c:pt idx="1">
                  <c:v>83.802816899999996</c:v>
                </c:pt>
                <c:pt idx="2">
                  <c:v>83.802816899999996</c:v>
                </c:pt>
                <c:pt idx="3">
                  <c:v>83.802816899999996</c:v>
                </c:pt>
                <c:pt idx="4">
                  <c:v>83.802816899999996</c:v>
                </c:pt>
                <c:pt idx="5">
                  <c:v>83.802816899999996</c:v>
                </c:pt>
                <c:pt idx="6">
                  <c:v>83.802816899999996</c:v>
                </c:pt>
                <c:pt idx="7">
                  <c:v>83.802816899999996</c:v>
                </c:pt>
                <c:pt idx="8">
                  <c:v>83.802816899999996</c:v>
                </c:pt>
                <c:pt idx="9">
                  <c:v>83.802816899999996</c:v>
                </c:pt>
                <c:pt idx="10">
                  <c:v>83.802816899999996</c:v>
                </c:pt>
                <c:pt idx="11">
                  <c:v>83.802816899999996</c:v>
                </c:pt>
                <c:pt idx="12">
                  <c:v>83.802816899999996</c:v>
                </c:pt>
                <c:pt idx="13">
                  <c:v>83.802816899999996</c:v>
                </c:pt>
                <c:pt idx="14">
                  <c:v>83.802816899999996</c:v>
                </c:pt>
                <c:pt idx="15">
                  <c:v>83.802816899999996</c:v>
                </c:pt>
                <c:pt idx="16">
                  <c:v>83.802816899999996</c:v>
                </c:pt>
                <c:pt idx="17">
                  <c:v>83.802816899999996</c:v>
                </c:pt>
                <c:pt idx="18">
                  <c:v>83.802816899999996</c:v>
                </c:pt>
                <c:pt idx="19">
                  <c:v>83.802816899999996</c:v>
                </c:pt>
                <c:pt idx="20">
                  <c:v>83.802816899999996</c:v>
                </c:pt>
                <c:pt idx="21">
                  <c:v>83.802816899999996</c:v>
                </c:pt>
                <c:pt idx="22">
                  <c:v>83.802816899999996</c:v>
                </c:pt>
                <c:pt idx="23">
                  <c:v>83.802816899999996</c:v>
                </c:pt>
                <c:pt idx="24">
                  <c:v>83.802816899999996</c:v>
                </c:pt>
                <c:pt idx="25">
                  <c:v>83.802816899999996</c:v>
                </c:pt>
                <c:pt idx="26">
                  <c:v>83.802816899999996</c:v>
                </c:pt>
                <c:pt idx="27">
                  <c:v>83.802816899999996</c:v>
                </c:pt>
                <c:pt idx="28">
                  <c:v>83.802816899999996</c:v>
                </c:pt>
                <c:pt idx="29">
                  <c:v>83.802816899999996</c:v>
                </c:pt>
                <c:pt idx="30">
                  <c:v>83.802816899999996</c:v>
                </c:pt>
                <c:pt idx="31">
                  <c:v>83.802816899999996</c:v>
                </c:pt>
                <c:pt idx="32">
                  <c:v>83.802816899999996</c:v>
                </c:pt>
                <c:pt idx="33">
                  <c:v>83.802816899999996</c:v>
                </c:pt>
                <c:pt idx="34">
                  <c:v>83.802816899999996</c:v>
                </c:pt>
                <c:pt idx="35">
                  <c:v>83.802816899999996</c:v>
                </c:pt>
                <c:pt idx="36">
                  <c:v>83.802816899999996</c:v>
                </c:pt>
                <c:pt idx="37">
                  <c:v>83.802816899999996</c:v>
                </c:pt>
                <c:pt idx="38">
                  <c:v>83.802816899999996</c:v>
                </c:pt>
                <c:pt idx="39">
                  <c:v>83.802816899999996</c:v>
                </c:pt>
                <c:pt idx="40">
                  <c:v>83.802816899999996</c:v>
                </c:pt>
                <c:pt idx="41">
                  <c:v>83.802816899999996</c:v>
                </c:pt>
                <c:pt idx="42">
                  <c:v>83.802816899999996</c:v>
                </c:pt>
                <c:pt idx="43">
                  <c:v>83.802816899999996</c:v>
                </c:pt>
                <c:pt idx="44">
                  <c:v>83.802816899999996</c:v>
                </c:pt>
                <c:pt idx="45">
                  <c:v>83.802816899999996</c:v>
                </c:pt>
                <c:pt idx="46">
                  <c:v>83.802816899999996</c:v>
                </c:pt>
                <c:pt idx="47">
                  <c:v>83.802816899999996</c:v>
                </c:pt>
                <c:pt idx="48">
                  <c:v>83.802816899999996</c:v>
                </c:pt>
                <c:pt idx="49">
                  <c:v>83.802816899999996</c:v>
                </c:pt>
                <c:pt idx="50">
                  <c:v>83.802816899999996</c:v>
                </c:pt>
                <c:pt idx="51">
                  <c:v>83.802816899999996</c:v>
                </c:pt>
                <c:pt idx="52">
                  <c:v>83.802816899999996</c:v>
                </c:pt>
                <c:pt idx="53">
                  <c:v>83.802816899999996</c:v>
                </c:pt>
                <c:pt idx="54">
                  <c:v>83.802816899999996</c:v>
                </c:pt>
                <c:pt idx="55">
                  <c:v>83.802816899999996</c:v>
                </c:pt>
                <c:pt idx="56">
                  <c:v>83.802816899999996</c:v>
                </c:pt>
                <c:pt idx="57">
                  <c:v>83.802816899999996</c:v>
                </c:pt>
                <c:pt idx="58">
                  <c:v>83.802816899999996</c:v>
                </c:pt>
                <c:pt idx="59">
                  <c:v>83.802816899999996</c:v>
                </c:pt>
                <c:pt idx="60">
                  <c:v>83.802816899999996</c:v>
                </c:pt>
                <c:pt idx="61">
                  <c:v>83.802816899999996</c:v>
                </c:pt>
                <c:pt idx="62">
                  <c:v>83.802816899999996</c:v>
                </c:pt>
                <c:pt idx="63">
                  <c:v>83.802816899999996</c:v>
                </c:pt>
                <c:pt idx="64">
                  <c:v>83.802816899999996</c:v>
                </c:pt>
                <c:pt idx="65">
                  <c:v>83.802816899999996</c:v>
                </c:pt>
                <c:pt idx="66">
                  <c:v>83.802816899999996</c:v>
                </c:pt>
                <c:pt idx="67">
                  <c:v>83.802816899999996</c:v>
                </c:pt>
                <c:pt idx="68">
                  <c:v>83.802816899999996</c:v>
                </c:pt>
                <c:pt idx="69">
                  <c:v>83.802816899999996</c:v>
                </c:pt>
                <c:pt idx="70">
                  <c:v>83.802816899999996</c:v>
                </c:pt>
                <c:pt idx="71">
                  <c:v>83.802816899999996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13BA-734D-AB49-7F2B226B9E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4591056"/>
        <c:axId val="444592768"/>
      </c:lineChart>
      <c:catAx>
        <c:axId val="44459105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592768"/>
        <c:crosses val="autoZero"/>
        <c:auto val="1"/>
        <c:lblAlgn val="ctr"/>
        <c:lblOffset val="100"/>
        <c:noMultiLvlLbl val="0"/>
      </c:catAx>
      <c:valAx>
        <c:axId val="444592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591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F650A-F2B7-3A46-BE4B-87E5118A3E6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94238-1D00-6548-98DB-3FFEAA5C8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1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A62F-FA8E-84A1-EDD0-F508CE2A9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D9954-5A5F-A6D5-65B4-2BA67F1BE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915CB-368E-0204-FF75-71B868DE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3524-611C-A54C-966A-1460D708790B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D5A45-62B9-4723-30D8-07B70B518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57437-4572-0AB5-BBEC-53032D27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F0EF-E940-DE49-853E-E9886267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86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0A31-D662-DDA2-922F-E720C32B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5118F-9D63-CB05-3139-B4311DAFA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6CF71-2531-F0B5-4275-04D803D1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3524-611C-A54C-966A-1460D708790B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01E0A-7ABC-6BA7-94F6-7CACD22D9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07605-2D89-6EA5-6A16-EC0D394A6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F0EF-E940-DE49-853E-E9886267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3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98BE-5247-3BEA-DBD8-1FE043F7E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AB5B0-E199-9AD0-0BD6-6A9324889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34550-F995-C263-404A-ED1ADBA73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3524-611C-A54C-966A-1460D708790B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E3680-9544-CC45-EEE4-416C433A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DD0B3-662B-6290-655C-6BA2C4587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F0EF-E940-DE49-853E-E9886267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0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F379B-703A-9035-F8B3-7EECDD15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B7A70-3736-501A-1B15-A6B85F8EB0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9560C-5638-245A-5A49-484586B36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56BF-64E6-9C0B-F4AE-9732E6554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3524-611C-A54C-966A-1460D708790B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40B11-D738-087A-2D77-C84C7A73C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B0C3F-2F88-A376-58CB-4EEE5444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F0EF-E940-DE49-853E-E9886267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7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69DF1-E874-CD1B-1B89-30BD4140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A9E38-8D4E-EEDC-4E29-E794F5711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E36FE-AB4D-3DD1-1288-A8AD62F36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81057-6490-40D7-8E01-BC81B9130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02FEA9-59E6-5B0D-B404-A331CEC05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9355A8-0FC2-86DA-31F7-39859E47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3524-611C-A54C-966A-1460D708790B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EEFB1-3E57-051A-8FD4-0633EDE7C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7DD2A-C247-7593-0A8C-83482E85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F0EF-E940-DE49-853E-E9886267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DA3E-EBED-C82F-ADD0-8119231E9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0ABC4E-F3A2-48FA-B180-69A2C1458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3524-611C-A54C-966A-1460D708790B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C0417-FD94-0E54-B348-C3CBF80B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AB3A2-DBE3-7C77-F2B3-DC51F762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F0EF-E940-DE49-853E-E9886267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7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9F3243-A10B-858E-EF26-6C05A09B1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3524-611C-A54C-966A-1460D708790B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F3BB6D-1C7D-D394-D4A3-1E6D88AE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7BFE0-5385-5506-477A-42EBC2C4E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F0EF-E940-DE49-853E-E9886267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3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9620-023D-1765-CDDC-6DCBB559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05A5F-4C54-5031-207E-3D3B49FF1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C4054-548A-461A-2FBA-BC196D1A4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0E06E-5A60-9345-5A70-6E02F009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3524-611C-A54C-966A-1460D708790B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3C4A-8BA9-7149-7BB5-7669634E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1F0C2-C923-9AD6-38C0-2D2D49B9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F0EF-E940-DE49-853E-E9886267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904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B66C-EB14-1494-D519-485EA507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9AED60-E1C0-761D-A648-A7979EE9B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A37A7-4187-10E8-82F3-EDE50A1A3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073F0-2AB8-72E0-14D2-947B266E0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3524-611C-A54C-966A-1460D708790B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E296E-6DBD-C389-6ED9-5C850E75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D49B3-5E6B-08CB-EF2A-E0BA8CCB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F0EF-E940-DE49-853E-E9886267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72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60C0-67FB-44FF-AF82-05863D137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DBE4C-516A-2A65-7437-9423CC5B9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4ACD8-451F-5904-C5FB-29D4B59D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3524-611C-A54C-966A-1460D708790B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51D4F-305A-DB5D-5E9F-74084FE5E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8C734-9A22-CA29-489B-7DC6C61D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F0EF-E940-DE49-853E-E9886267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C72B6-E7DC-43EB-5871-4522C0F21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32677-9354-B4F7-BE40-F07DB9A7F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C0FED-0ED4-2951-7D26-38E0CB71F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33524-611C-A54C-966A-1460D708790B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72B0E-5215-E1F9-52AC-910CB15E1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BA4E3-FCC0-AAE0-3AF4-5E71E2B7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7F0EF-E940-DE49-853E-E9886267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6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62DEFD-1822-0EB9-403A-50AB92808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D90B7-1DFB-4601-80EA-F5B3645E1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1FEB4-C3AF-CB9B-3FDF-4AD5AD6C8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33524-611C-A54C-966A-1460D708790B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C747F-11A5-1D67-BB87-661AB108C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8390C-23D5-D276-E469-06BB7FCD7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7F0EF-E940-DE49-853E-E9886267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8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7D58868-06F4-6346-59FF-F948388716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3411101"/>
              </p:ext>
            </p:extLst>
          </p:nvPr>
        </p:nvGraphicFramePr>
        <p:xfrm>
          <a:off x="6519963" y="793964"/>
          <a:ext cx="5146873" cy="4785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33E9DD4-D82C-70EF-D70A-37B79B6C1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08" y="1189905"/>
            <a:ext cx="5995492" cy="447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4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FC7EB4-D069-2568-FC6C-25EC40ACD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30" y="1264625"/>
            <a:ext cx="5665570" cy="4328750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3D957A4-77E3-3259-1BF4-8508FD8D67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8582553"/>
              </p:ext>
            </p:extLst>
          </p:nvPr>
        </p:nvGraphicFramePr>
        <p:xfrm>
          <a:off x="6519963" y="793964"/>
          <a:ext cx="5146873" cy="4785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58261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0B4681-AF07-098C-F3D6-FF6AD7D39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7" y="1322615"/>
            <a:ext cx="5154690" cy="4000499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49B4133-6FAA-F192-3C61-9E180B3ABC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5331272"/>
              </p:ext>
            </p:extLst>
          </p:nvPr>
        </p:nvGraphicFramePr>
        <p:xfrm>
          <a:off x="6519963" y="793964"/>
          <a:ext cx="5146873" cy="4785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0431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18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Veronica Diaz Pacheco</dc:creator>
  <cp:lastModifiedBy>Veronica Diaz Pacheco</cp:lastModifiedBy>
  <cp:revision>2</cp:revision>
  <dcterms:created xsi:type="dcterms:W3CDTF">2025-11-06T18:35:23Z</dcterms:created>
  <dcterms:modified xsi:type="dcterms:W3CDTF">2025-11-07T00:28:33Z</dcterms:modified>
</cp:coreProperties>
</file>