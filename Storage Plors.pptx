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RHcommits_F8_L4_T72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Sol_bench72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RHcommits_F8_L4_T72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RHcommits_F8_L4_T72.csv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RHcommits_F8_L4_T12.csv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RH sol, T  =72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RHcommits_F8_L4_T72!$C$665:$BV$665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68.929172442665305</c:v>
                </c:pt>
                <c:pt idx="5">
                  <c:v>68.929172442665305</c:v>
                </c:pt>
                <c:pt idx="6">
                  <c:v>68.929172442665305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255-224C-B3D7-2EC26EC4874F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RHcommits_F8_L4_T72!$C$666:$BV$666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110.850286911111</c:v>
                </c:pt>
                <c:pt idx="2">
                  <c:v>55.425143455555499</c:v>
                </c:pt>
                <c:pt idx="3">
                  <c:v>55.425143455555499</c:v>
                </c:pt>
                <c:pt idx="4">
                  <c:v>55.425143455555499</c:v>
                </c:pt>
                <c:pt idx="5">
                  <c:v>55.425143455555499</c:v>
                </c:pt>
                <c:pt idx="6">
                  <c:v>55.425143455555499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255-224C-B3D7-2EC26EC4874F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RHcommits_F8_L4_T72!$C$667:$BV$667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124.706572766666</c:v>
                </c:pt>
                <c:pt idx="2">
                  <c:v>83.137715177777693</c:v>
                </c:pt>
                <c:pt idx="3">
                  <c:v>83.137715177777693</c:v>
                </c:pt>
                <c:pt idx="4">
                  <c:v>83.137715177777693</c:v>
                </c:pt>
                <c:pt idx="5">
                  <c:v>83.137715177777693</c:v>
                </c:pt>
                <c:pt idx="6">
                  <c:v>41.568857588888797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255-224C-B3D7-2EC26EC4874F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RHcommits_F8_L4_T72!$C$668:$BV$668</c:f>
              <c:numCache>
                <c:formatCode>General</c:formatCode>
                <c:ptCount val="72"/>
                <c:pt idx="0">
                  <c:v>140.919921681788</c:v>
                </c:pt>
                <c:pt idx="1">
                  <c:v>108.05050357552599</c:v>
                </c:pt>
                <c:pt idx="2">
                  <c:v>72.640356802496001</c:v>
                </c:pt>
                <c:pt idx="3">
                  <c:v>72.065706772702001</c:v>
                </c:pt>
                <c:pt idx="4">
                  <c:v>71.478529041570795</c:v>
                </c:pt>
                <c:pt idx="5">
                  <c:v>69.957712844780602</c:v>
                </c:pt>
                <c:pt idx="6">
                  <c:v>29.461173807863801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255-224C-B3D7-2EC26EC4874F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RHcommits_F8_L4_T72!$C$669:$BV$669</c:f>
              <c:numCache>
                <c:formatCode>General</c:formatCode>
                <c:ptCount val="72"/>
                <c:pt idx="0">
                  <c:v>132.382111093319</c:v>
                </c:pt>
                <c:pt idx="1">
                  <c:v>118.79257401450801</c:v>
                </c:pt>
                <c:pt idx="2">
                  <c:v>74.617182230242904</c:v>
                </c:pt>
                <c:pt idx="3">
                  <c:v>54.352466530137598</c:v>
                </c:pt>
                <c:pt idx="4">
                  <c:v>54.352466530137598</c:v>
                </c:pt>
                <c:pt idx="5">
                  <c:v>33.518033023775097</c:v>
                </c:pt>
                <c:pt idx="6">
                  <c:v>29.5449144608186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17.625085117003799</c:v>
                </c:pt>
                <c:pt idx="17">
                  <c:v>24.832270454665299</c:v>
                </c:pt>
                <c:pt idx="18">
                  <c:v>24.832270454665299</c:v>
                </c:pt>
                <c:pt idx="19">
                  <c:v>24.832270454665299</c:v>
                </c:pt>
                <c:pt idx="20">
                  <c:v>24.832270454665299</c:v>
                </c:pt>
                <c:pt idx="21">
                  <c:v>22.508748084488701</c:v>
                </c:pt>
                <c:pt idx="22">
                  <c:v>22.508748084488701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1.0255876535587201</c:v>
                </c:pt>
                <c:pt idx="38">
                  <c:v>35.753696939699502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12.7820034279043</c:v>
                </c:pt>
                <c:pt idx="63">
                  <c:v>47.173019735935</c:v>
                </c:pt>
                <c:pt idx="64">
                  <c:v>47.173019735935</c:v>
                </c:pt>
                <c:pt idx="65">
                  <c:v>81.771256027407901</c:v>
                </c:pt>
                <c:pt idx="66">
                  <c:v>81.771256027407901</c:v>
                </c:pt>
                <c:pt idx="67">
                  <c:v>81.771256027407901</c:v>
                </c:pt>
                <c:pt idx="68">
                  <c:v>48.1115739596666</c:v>
                </c:pt>
                <c:pt idx="69">
                  <c:v>48.1115739596666</c:v>
                </c:pt>
                <c:pt idx="70">
                  <c:v>48.1115739596666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255-224C-B3D7-2EC26EC4874F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RHcommits_F8_L4_T72!$C$670:$BV$670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147.62650875995899</c:v>
                </c:pt>
                <c:pt idx="7">
                  <c:v>145.75494220331299</c:v>
                </c:pt>
                <c:pt idx="8">
                  <c:v>143.679001039902</c:v>
                </c:pt>
                <c:pt idx="9">
                  <c:v>141.56177636359999</c:v>
                </c:pt>
                <c:pt idx="10">
                  <c:v>139.392418146111</c:v>
                </c:pt>
                <c:pt idx="11">
                  <c:v>137.21922700077599</c:v>
                </c:pt>
                <c:pt idx="12">
                  <c:v>135.062820049984</c:v>
                </c:pt>
                <c:pt idx="13">
                  <c:v>135.062820049984</c:v>
                </c:pt>
                <c:pt idx="14">
                  <c:v>135.062820049984</c:v>
                </c:pt>
                <c:pt idx="15">
                  <c:v>135.062820049984</c:v>
                </c:pt>
                <c:pt idx="16">
                  <c:v>135.062820049984</c:v>
                </c:pt>
                <c:pt idx="17">
                  <c:v>135.062820049984</c:v>
                </c:pt>
                <c:pt idx="18">
                  <c:v>135.062820049984</c:v>
                </c:pt>
                <c:pt idx="19">
                  <c:v>135.062820049984</c:v>
                </c:pt>
                <c:pt idx="20">
                  <c:v>135.062820049984</c:v>
                </c:pt>
                <c:pt idx="21">
                  <c:v>135.062820049984</c:v>
                </c:pt>
                <c:pt idx="22">
                  <c:v>135.062820049984</c:v>
                </c:pt>
                <c:pt idx="23">
                  <c:v>135.062820049984</c:v>
                </c:pt>
                <c:pt idx="24">
                  <c:v>135.062820049984</c:v>
                </c:pt>
                <c:pt idx="25">
                  <c:v>135.062820049984</c:v>
                </c:pt>
                <c:pt idx="26">
                  <c:v>135.062820049984</c:v>
                </c:pt>
                <c:pt idx="27">
                  <c:v>135.062820049984</c:v>
                </c:pt>
                <c:pt idx="28">
                  <c:v>135.062820049984</c:v>
                </c:pt>
                <c:pt idx="29">
                  <c:v>135.062820049984</c:v>
                </c:pt>
                <c:pt idx="30">
                  <c:v>135.062820049984</c:v>
                </c:pt>
                <c:pt idx="31">
                  <c:v>135.062820049984</c:v>
                </c:pt>
                <c:pt idx="32">
                  <c:v>135.062820049984</c:v>
                </c:pt>
                <c:pt idx="33">
                  <c:v>135.062820049984</c:v>
                </c:pt>
                <c:pt idx="34">
                  <c:v>135.062820049984</c:v>
                </c:pt>
                <c:pt idx="35">
                  <c:v>135.062820049984</c:v>
                </c:pt>
                <c:pt idx="36">
                  <c:v>135.062820049984</c:v>
                </c:pt>
                <c:pt idx="37">
                  <c:v>135.062820049984</c:v>
                </c:pt>
                <c:pt idx="38">
                  <c:v>135.062820049984</c:v>
                </c:pt>
                <c:pt idx="39">
                  <c:v>135.062820049984</c:v>
                </c:pt>
                <c:pt idx="40">
                  <c:v>135.062820049984</c:v>
                </c:pt>
                <c:pt idx="41">
                  <c:v>134.950991501977</c:v>
                </c:pt>
                <c:pt idx="42">
                  <c:v>134.81195508213901</c:v>
                </c:pt>
                <c:pt idx="43">
                  <c:v>134.66274446113701</c:v>
                </c:pt>
                <c:pt idx="44">
                  <c:v>134.51499859389099</c:v>
                </c:pt>
                <c:pt idx="45">
                  <c:v>134.376240252381</c:v>
                </c:pt>
                <c:pt idx="46">
                  <c:v>134.23710382230499</c:v>
                </c:pt>
                <c:pt idx="47">
                  <c:v>134.23710382230499</c:v>
                </c:pt>
                <c:pt idx="48">
                  <c:v>134.23710382230499</c:v>
                </c:pt>
                <c:pt idx="49">
                  <c:v>134.23710382230499</c:v>
                </c:pt>
                <c:pt idx="50">
                  <c:v>134.23710382230499</c:v>
                </c:pt>
                <c:pt idx="51">
                  <c:v>134.23710382230499</c:v>
                </c:pt>
                <c:pt idx="52">
                  <c:v>134.23710382230499</c:v>
                </c:pt>
                <c:pt idx="53">
                  <c:v>131.311434395931</c:v>
                </c:pt>
                <c:pt idx="54">
                  <c:v>128.29192573607801</c:v>
                </c:pt>
                <c:pt idx="55">
                  <c:v>126.05106281976499</c:v>
                </c:pt>
                <c:pt idx="56">
                  <c:v>123.78275363800201</c:v>
                </c:pt>
                <c:pt idx="57">
                  <c:v>122.023877001016</c:v>
                </c:pt>
                <c:pt idx="58">
                  <c:v>121.199688139082</c:v>
                </c:pt>
                <c:pt idx="59">
                  <c:v>120.35215205113199</c:v>
                </c:pt>
                <c:pt idx="60">
                  <c:v>118.62506943068099</c:v>
                </c:pt>
                <c:pt idx="61">
                  <c:v>117.78599074208699</c:v>
                </c:pt>
                <c:pt idx="62">
                  <c:v>117.581636259116</c:v>
                </c:pt>
                <c:pt idx="63">
                  <c:v>117.376168258966</c:v>
                </c:pt>
                <c:pt idx="64">
                  <c:v>117.171013250198</c:v>
                </c:pt>
                <c:pt idx="65">
                  <c:v>116.970389846214</c:v>
                </c:pt>
                <c:pt idx="66">
                  <c:v>116.767942315748</c:v>
                </c:pt>
                <c:pt idx="67">
                  <c:v>116.556903143602</c:v>
                </c:pt>
                <c:pt idx="68">
                  <c:v>116.34580861211199</c:v>
                </c:pt>
                <c:pt idx="69">
                  <c:v>116.136302528572</c:v>
                </c:pt>
                <c:pt idx="70">
                  <c:v>116.136302528572</c:v>
                </c:pt>
                <c:pt idx="71">
                  <c:v>116.136302528572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255-224C-B3D7-2EC26EC4874F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RHcommits_F8_L4_T72!$C$671:$BV$671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133.02034431666601</c:v>
                </c:pt>
                <c:pt idx="5">
                  <c:v>133.02034431666601</c:v>
                </c:pt>
                <c:pt idx="6">
                  <c:v>133.02034431666601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4255-224C-B3D7-2EC26EC4874F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RHcommits_F8_L4_T72!$C$672:$BV$672</c:f>
              <c:numCache>
                <c:formatCode>General</c:formatCode>
                <c:ptCount val="72"/>
                <c:pt idx="0">
                  <c:v>230.21915458678899</c:v>
                </c:pt>
                <c:pt idx="1">
                  <c:v>165.37256340173801</c:v>
                </c:pt>
                <c:pt idx="2">
                  <c:v>148.92469017579299</c:v>
                </c:pt>
                <c:pt idx="3">
                  <c:v>136.155821894345</c:v>
                </c:pt>
                <c:pt idx="4">
                  <c:v>72.148963099227302</c:v>
                </c:pt>
                <c:pt idx="5">
                  <c:v>60.236758573334797</c:v>
                </c:pt>
                <c:pt idx="6">
                  <c:v>41.349901112226597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4255-224C-B3D7-2EC26EC4874F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RHcommits_F8_L4_T72!$C$673:$BV$673</c:f>
              <c:numCache>
                <c:formatCode>General</c:formatCode>
                <c:ptCount val="72"/>
                <c:pt idx="0">
                  <c:v>216.15805947222199</c:v>
                </c:pt>
                <c:pt idx="1">
                  <c:v>216.15805947222199</c:v>
                </c:pt>
                <c:pt idx="2">
                  <c:v>216.15805947222199</c:v>
                </c:pt>
                <c:pt idx="3">
                  <c:v>216.15805947222199</c:v>
                </c:pt>
                <c:pt idx="4">
                  <c:v>133.02034429444399</c:v>
                </c:pt>
                <c:pt idx="5">
                  <c:v>49.8826291166666</c:v>
                </c:pt>
                <c:pt idx="6">
                  <c:v>49.8826291166666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4255-224C-B3D7-2EC26EC4874F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RHcommits_F8_L4_T72!$C$674:$BV$674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71.663918412462493</c:v>
                </c:pt>
                <c:pt idx="3">
                  <c:v>50.240736989173598</c:v>
                </c:pt>
                <c:pt idx="4">
                  <c:v>50.240736989173598</c:v>
                </c:pt>
                <c:pt idx="5">
                  <c:v>23.102621621705801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4255-224C-B3D7-2EC26EC4874F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RHcommits_F8_L4_T72!$C$675:$BV$675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52.764736566666599</c:v>
                </c:pt>
                <c:pt idx="2">
                  <c:v>52.764736566666599</c:v>
                </c:pt>
                <c:pt idx="3">
                  <c:v>52.764736566666599</c:v>
                </c:pt>
                <c:pt idx="4">
                  <c:v>52.764736566666599</c:v>
                </c:pt>
                <c:pt idx="5">
                  <c:v>31.038080333333301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4255-224C-B3D7-2EC26EC4874F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RHcommits_F8_L4_T72!$C$676:$BV$676</c:f>
              <c:numCache>
                <c:formatCode>General</c:formatCode>
                <c:ptCount val="72"/>
                <c:pt idx="0">
                  <c:v>60.524256644444399</c:v>
                </c:pt>
                <c:pt idx="1">
                  <c:v>37.245696388888803</c:v>
                </c:pt>
                <c:pt idx="2">
                  <c:v>23.278560255555501</c:v>
                </c:pt>
                <c:pt idx="3">
                  <c:v>23.278560255555501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4255-224C-B3D7-2EC26EC4874F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RHcommits_F8_L4_T72!$C$677:$BV$677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39.622844767833499</c:v>
                </c:pt>
                <c:pt idx="5">
                  <c:v>39.622844767833499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4.9263346025531103</c:v>
                </c:pt>
                <c:pt idx="41">
                  <c:v>18.112192219124701</c:v>
                </c:pt>
                <c:pt idx="42">
                  <c:v>20.818795681911698</c:v>
                </c:pt>
                <c:pt idx="43">
                  <c:v>20.818795681911698</c:v>
                </c:pt>
                <c:pt idx="44">
                  <c:v>20.818795681911698</c:v>
                </c:pt>
                <c:pt idx="45">
                  <c:v>20.818795681911698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37.711267604999897</c:v>
                </c:pt>
                <c:pt idx="61">
                  <c:v>75.422535209999893</c:v>
                </c:pt>
                <c:pt idx="62">
                  <c:v>97.442816115069903</c:v>
                </c:pt>
                <c:pt idx="63">
                  <c:v>97.442816115069903</c:v>
                </c:pt>
                <c:pt idx="64">
                  <c:v>97.442816115069903</c:v>
                </c:pt>
                <c:pt idx="65">
                  <c:v>97.442816115069903</c:v>
                </c:pt>
                <c:pt idx="66">
                  <c:v>81.923262728505406</c:v>
                </c:pt>
                <c:pt idx="67">
                  <c:v>43.861911792092002</c:v>
                </c:pt>
                <c:pt idx="68">
                  <c:v>43.861911792092002</c:v>
                </c:pt>
                <c:pt idx="69">
                  <c:v>43.861911792092002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4255-224C-B3D7-2EC26EC4874F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RHcommits_F8_L4_T72!$C$678:$BV$678</c:f>
              <c:numCache>
                <c:formatCode>General</c:formatCode>
                <c:ptCount val="72"/>
                <c:pt idx="0">
                  <c:v>80.043732021333696</c:v>
                </c:pt>
                <c:pt idx="1">
                  <c:v>75.994790321824397</c:v>
                </c:pt>
                <c:pt idx="2">
                  <c:v>71.979830969038105</c:v>
                </c:pt>
                <c:pt idx="3">
                  <c:v>67.831331365519304</c:v>
                </c:pt>
                <c:pt idx="4">
                  <c:v>63.618343321153901</c:v>
                </c:pt>
                <c:pt idx="5">
                  <c:v>60.149081062928701</c:v>
                </c:pt>
                <c:pt idx="6">
                  <c:v>56.740042758561799</c:v>
                </c:pt>
                <c:pt idx="7">
                  <c:v>53.791594400732102</c:v>
                </c:pt>
                <c:pt idx="8">
                  <c:v>50.755394961011397</c:v>
                </c:pt>
                <c:pt idx="9">
                  <c:v>50.755394961011397</c:v>
                </c:pt>
                <c:pt idx="10">
                  <c:v>50.755394961011397</c:v>
                </c:pt>
                <c:pt idx="11">
                  <c:v>50.755394961011397</c:v>
                </c:pt>
                <c:pt idx="12">
                  <c:v>43.803378970624202</c:v>
                </c:pt>
                <c:pt idx="13">
                  <c:v>35.3434694024671</c:v>
                </c:pt>
                <c:pt idx="14">
                  <c:v>26.617288260653499</c:v>
                </c:pt>
                <c:pt idx="15">
                  <c:v>21.1653622548931</c:v>
                </c:pt>
                <c:pt idx="16">
                  <c:v>17.599357733576198</c:v>
                </c:pt>
                <c:pt idx="17">
                  <c:v>17.599357733576198</c:v>
                </c:pt>
                <c:pt idx="18">
                  <c:v>15.645969491416601</c:v>
                </c:pt>
                <c:pt idx="19">
                  <c:v>15.645969491416601</c:v>
                </c:pt>
                <c:pt idx="20">
                  <c:v>13.294419200321901</c:v>
                </c:pt>
                <c:pt idx="21">
                  <c:v>9.3885119764414995</c:v>
                </c:pt>
                <c:pt idx="22">
                  <c:v>4.5821262799240499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1.45636861311836</c:v>
                </c:pt>
                <c:pt idx="33">
                  <c:v>2.4428100741333099</c:v>
                </c:pt>
                <c:pt idx="34">
                  <c:v>2.0019888424865999</c:v>
                </c:pt>
                <c:pt idx="35">
                  <c:v>1.86197891424283</c:v>
                </c:pt>
                <c:pt idx="36">
                  <c:v>0.80236550794955097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0.81499799312850896</c:v>
                </c:pt>
                <c:pt idx="43">
                  <c:v>0.81499799312850896</c:v>
                </c:pt>
                <c:pt idx="44">
                  <c:v>0.42124544977775402</c:v>
                </c:pt>
                <c:pt idx="45">
                  <c:v>0.42124544977775402</c:v>
                </c:pt>
                <c:pt idx="46">
                  <c:v>0.111252199595631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4255-224C-B3D7-2EC26EC4874F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RHcommits_F8_L4_T72!$C$679:$BV$679</c:f>
              <c:numCache>
                <c:formatCode>General</c:formatCode>
                <c:ptCount val="72"/>
                <c:pt idx="0">
                  <c:v>60.524256644444399</c:v>
                </c:pt>
                <c:pt idx="1">
                  <c:v>46.557120511111101</c:v>
                </c:pt>
                <c:pt idx="2">
                  <c:v>46.557120511111101</c:v>
                </c:pt>
                <c:pt idx="3">
                  <c:v>23.278560255555501</c:v>
                </c:pt>
                <c:pt idx="4">
                  <c:v>23.278560255555501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18.855633807</c:v>
                </c:pt>
                <c:pt idx="17">
                  <c:v>32.685522822589498</c:v>
                </c:pt>
                <c:pt idx="18">
                  <c:v>32.685522822589498</c:v>
                </c:pt>
                <c:pt idx="19">
                  <c:v>23.278560255555501</c:v>
                </c:pt>
                <c:pt idx="20">
                  <c:v>23.278560255555501</c:v>
                </c:pt>
                <c:pt idx="21">
                  <c:v>23.278560255555501</c:v>
                </c:pt>
                <c:pt idx="22">
                  <c:v>23.278560255555501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18.855633807</c:v>
                </c:pt>
                <c:pt idx="41">
                  <c:v>18.855633807</c:v>
                </c:pt>
                <c:pt idx="42">
                  <c:v>23.278560255555501</c:v>
                </c:pt>
                <c:pt idx="43">
                  <c:v>23.278560255555501</c:v>
                </c:pt>
                <c:pt idx="44">
                  <c:v>23.278560255555501</c:v>
                </c:pt>
                <c:pt idx="45">
                  <c:v>23.278560255555501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2.4202323043048501</c:v>
                </c:pt>
                <c:pt idx="61">
                  <c:v>4.5680009608627703</c:v>
                </c:pt>
                <c:pt idx="62">
                  <c:v>6.8057751734164897</c:v>
                </c:pt>
                <c:pt idx="63">
                  <c:v>6.8057751734164897</c:v>
                </c:pt>
                <c:pt idx="64">
                  <c:v>23.278560255555501</c:v>
                </c:pt>
                <c:pt idx="65">
                  <c:v>23.278560255555501</c:v>
                </c:pt>
                <c:pt idx="66">
                  <c:v>23.278560255555501</c:v>
                </c:pt>
                <c:pt idx="67">
                  <c:v>23.278560255555501</c:v>
                </c:pt>
                <c:pt idx="68">
                  <c:v>23.278560255555501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4255-224C-B3D7-2EC26EC4874F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RHcommits_F8_L4_T72!$C$680:$BV$680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46.557120500000003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4255-224C-B3D7-2EC26EC4874F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RHcommits_F8_L4_T72!$C$681:$BV$681</c:f>
              <c:numCache>
                <c:formatCode>General</c:formatCode>
                <c:ptCount val="72"/>
                <c:pt idx="0">
                  <c:v>52.764736566666599</c:v>
                </c:pt>
                <c:pt idx="1">
                  <c:v>26.6987125969872</c:v>
                </c:pt>
                <c:pt idx="2">
                  <c:v>26.6987125969872</c:v>
                </c:pt>
                <c:pt idx="3">
                  <c:v>26.6987125969872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4255-224C-B3D7-2EC26EC4874F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RHcommits_F8_L4_T72!$C$682:$BV$682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60.524256644444399</c:v>
                </c:pt>
                <c:pt idx="2">
                  <c:v>37.245696388888803</c:v>
                </c:pt>
                <c:pt idx="3">
                  <c:v>37.245696388888803</c:v>
                </c:pt>
                <c:pt idx="4">
                  <c:v>23.278560255555501</c:v>
                </c:pt>
                <c:pt idx="5">
                  <c:v>23.278560255555501</c:v>
                </c:pt>
                <c:pt idx="6">
                  <c:v>23.278560255555501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4255-224C-B3D7-2EC26EC487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1702064"/>
        <c:axId val="1231501152"/>
      </c:lineChart>
      <c:catAx>
        <c:axId val="123170206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1501152"/>
        <c:crosses val="autoZero"/>
        <c:auto val="1"/>
        <c:lblAlgn val="ctr"/>
        <c:lblOffset val="100"/>
        <c:noMultiLvlLbl val="0"/>
      </c:catAx>
      <c:valAx>
        <c:axId val="1231501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1702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Mono sol, T = 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Sol_bench72!$C$593:$BV$593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18-3747-AB4E-4D837A191DEB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Sol_bench72!$C$594:$BV$594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18-3747-AB4E-4D837A191DEB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Sol_bench72!$C$595:$BV$595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18-3747-AB4E-4D837A191DEB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Sol_bench72!$C$596:$BV$596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E18-3747-AB4E-4D837A191DEB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Sol_bench72!$C$597:$BV$597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129.563286305742</c:v>
                </c:pt>
                <c:pt idx="8">
                  <c:v>129.563286305742</c:v>
                </c:pt>
                <c:pt idx="9">
                  <c:v>129.563286305742</c:v>
                </c:pt>
                <c:pt idx="10">
                  <c:v>149.14297643934799</c:v>
                </c:pt>
                <c:pt idx="11">
                  <c:v>149.14297643934799</c:v>
                </c:pt>
                <c:pt idx="12">
                  <c:v>176.63153890148399</c:v>
                </c:pt>
                <c:pt idx="13">
                  <c:v>220.64704905144899</c:v>
                </c:pt>
                <c:pt idx="14">
                  <c:v>220.64704905144899</c:v>
                </c:pt>
                <c:pt idx="15">
                  <c:v>223.218396998972</c:v>
                </c:pt>
                <c:pt idx="16">
                  <c:v>223.218396998972</c:v>
                </c:pt>
                <c:pt idx="17">
                  <c:v>235.23470540864199</c:v>
                </c:pt>
                <c:pt idx="18">
                  <c:v>235.23470540864199</c:v>
                </c:pt>
                <c:pt idx="19">
                  <c:v>235.23470540864199</c:v>
                </c:pt>
                <c:pt idx="20">
                  <c:v>235.23470540864199</c:v>
                </c:pt>
                <c:pt idx="21">
                  <c:v>235.23470540864199</c:v>
                </c:pt>
                <c:pt idx="22">
                  <c:v>235.23470540864199</c:v>
                </c:pt>
                <c:pt idx="23">
                  <c:v>235.23470540864199</c:v>
                </c:pt>
                <c:pt idx="24">
                  <c:v>235.23470540864199</c:v>
                </c:pt>
                <c:pt idx="25">
                  <c:v>212.526995549779</c:v>
                </c:pt>
                <c:pt idx="26">
                  <c:v>212.526995549779</c:v>
                </c:pt>
                <c:pt idx="27">
                  <c:v>212.35059119585401</c:v>
                </c:pt>
                <c:pt idx="28">
                  <c:v>173.59252980397801</c:v>
                </c:pt>
                <c:pt idx="29">
                  <c:v>173.59252980397801</c:v>
                </c:pt>
                <c:pt idx="30">
                  <c:v>166.63233979284601</c:v>
                </c:pt>
                <c:pt idx="31">
                  <c:v>166.63233979284601</c:v>
                </c:pt>
                <c:pt idx="32">
                  <c:v>163.48424108834601</c:v>
                </c:pt>
                <c:pt idx="33">
                  <c:v>128.947810393315</c:v>
                </c:pt>
                <c:pt idx="34">
                  <c:v>128.947810393315</c:v>
                </c:pt>
                <c:pt idx="35">
                  <c:v>128.947810393315</c:v>
                </c:pt>
                <c:pt idx="36">
                  <c:v>163.83705923153499</c:v>
                </c:pt>
                <c:pt idx="37">
                  <c:v>202.97491844804699</c:v>
                </c:pt>
                <c:pt idx="38">
                  <c:v>202.97491844804699</c:v>
                </c:pt>
                <c:pt idx="39">
                  <c:v>202.97491844804699</c:v>
                </c:pt>
                <c:pt idx="40">
                  <c:v>202.97491844804699</c:v>
                </c:pt>
                <c:pt idx="41">
                  <c:v>202.97491844804699</c:v>
                </c:pt>
                <c:pt idx="42">
                  <c:v>202.97491844804699</c:v>
                </c:pt>
                <c:pt idx="43">
                  <c:v>202.97491844804699</c:v>
                </c:pt>
                <c:pt idx="44">
                  <c:v>202.97491844804699</c:v>
                </c:pt>
                <c:pt idx="45">
                  <c:v>202.97491844804699</c:v>
                </c:pt>
                <c:pt idx="46">
                  <c:v>183.75064222055599</c:v>
                </c:pt>
                <c:pt idx="47">
                  <c:v>153.50632669538101</c:v>
                </c:pt>
                <c:pt idx="48">
                  <c:v>99.257756002331305</c:v>
                </c:pt>
                <c:pt idx="49">
                  <c:v>99.257756002331305</c:v>
                </c:pt>
                <c:pt idx="50">
                  <c:v>69.316989525767198</c:v>
                </c:pt>
                <c:pt idx="51">
                  <c:v>69.316989525767198</c:v>
                </c:pt>
                <c:pt idx="52">
                  <c:v>13.891846070211599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16.265764852980201</c:v>
                </c:pt>
                <c:pt idx="59">
                  <c:v>57.805487794840097</c:v>
                </c:pt>
                <c:pt idx="60">
                  <c:v>65.223830541171594</c:v>
                </c:pt>
                <c:pt idx="61">
                  <c:v>108.85957207397701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E18-3747-AB4E-4D837A191DEB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Sol_bench72!$C$598:$BV$598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E18-3747-AB4E-4D837A191DEB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Sol_bench72!$C$599:$BV$599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E18-3747-AB4E-4D837A191DEB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Sol_bench72!$C$600:$BV$600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289.97873306410702</c:v>
                </c:pt>
                <c:pt idx="49">
                  <c:v>283.112463567227</c:v>
                </c:pt>
                <c:pt idx="50">
                  <c:v>275.13226157133403</c:v>
                </c:pt>
                <c:pt idx="51">
                  <c:v>275.13226157133403</c:v>
                </c:pt>
                <c:pt idx="52">
                  <c:v>272.69307209877502</c:v>
                </c:pt>
                <c:pt idx="53">
                  <c:v>272.69307209877502</c:v>
                </c:pt>
                <c:pt idx="54">
                  <c:v>267.72587293621598</c:v>
                </c:pt>
                <c:pt idx="55">
                  <c:v>267.72587293621598</c:v>
                </c:pt>
                <c:pt idx="56">
                  <c:v>260.25861324810103</c:v>
                </c:pt>
                <c:pt idx="57">
                  <c:v>254.02617313443099</c:v>
                </c:pt>
                <c:pt idx="58">
                  <c:v>249.077164352983</c:v>
                </c:pt>
                <c:pt idx="59">
                  <c:v>249.39115583971</c:v>
                </c:pt>
                <c:pt idx="60">
                  <c:v>254.12556456903701</c:v>
                </c:pt>
                <c:pt idx="61">
                  <c:v>258.33690283656398</c:v>
                </c:pt>
                <c:pt idx="62">
                  <c:v>259.721370992191</c:v>
                </c:pt>
                <c:pt idx="63">
                  <c:v>259.721370992191</c:v>
                </c:pt>
                <c:pt idx="64">
                  <c:v>259.721370992191</c:v>
                </c:pt>
                <c:pt idx="65">
                  <c:v>259.721370992191</c:v>
                </c:pt>
                <c:pt idx="66">
                  <c:v>265.55670407621801</c:v>
                </c:pt>
                <c:pt idx="67">
                  <c:v>276.61162256444499</c:v>
                </c:pt>
                <c:pt idx="68">
                  <c:v>286.58809703297197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E18-3747-AB4E-4D837A191DEB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Sol_bench72!$C$601:$BV$601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5E18-3747-AB4E-4D837A191DEB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Sol_bench72!$C$602:$BV$602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5E18-3747-AB4E-4D837A191DEB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Sol_bench72!$C$603:$BV$603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5E18-3747-AB4E-4D837A191DEB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Sol_bench72!$C$604:$BV$604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5E18-3747-AB4E-4D837A191DEB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Sol_bench72!$C$605:$BV$605</c:f>
              <c:numCache>
                <c:formatCode>General</c:formatCode>
                <c:ptCount val="72"/>
                <c:pt idx="0">
                  <c:v>76.027840429538998</c:v>
                </c:pt>
                <c:pt idx="1">
                  <c:v>73.548162864597501</c:v>
                </c:pt>
                <c:pt idx="2">
                  <c:v>67.998471013018602</c:v>
                </c:pt>
                <c:pt idx="3">
                  <c:v>67.998471013018602</c:v>
                </c:pt>
                <c:pt idx="4">
                  <c:v>62.457172746814699</c:v>
                </c:pt>
                <c:pt idx="5">
                  <c:v>62.457172746814699</c:v>
                </c:pt>
                <c:pt idx="6">
                  <c:v>57.8073518707169</c:v>
                </c:pt>
                <c:pt idx="7">
                  <c:v>57.8073518707169</c:v>
                </c:pt>
                <c:pt idx="8">
                  <c:v>57.8073518707169</c:v>
                </c:pt>
                <c:pt idx="9">
                  <c:v>26.0542360529993</c:v>
                </c:pt>
                <c:pt idx="10">
                  <c:v>26.0542360529993</c:v>
                </c:pt>
                <c:pt idx="11">
                  <c:v>60.938522318859299</c:v>
                </c:pt>
                <c:pt idx="12">
                  <c:v>60.938522318859299</c:v>
                </c:pt>
                <c:pt idx="13">
                  <c:v>60.938522318859299</c:v>
                </c:pt>
                <c:pt idx="14">
                  <c:v>85.388127259541506</c:v>
                </c:pt>
                <c:pt idx="15">
                  <c:v>123.099394864541</c:v>
                </c:pt>
                <c:pt idx="16">
                  <c:v>137.60380967096299</c:v>
                </c:pt>
                <c:pt idx="17">
                  <c:v>137.60380967096299</c:v>
                </c:pt>
                <c:pt idx="18">
                  <c:v>137.60380967096299</c:v>
                </c:pt>
                <c:pt idx="19">
                  <c:v>137.60380967096299</c:v>
                </c:pt>
                <c:pt idx="20">
                  <c:v>137.60380967096299</c:v>
                </c:pt>
                <c:pt idx="21">
                  <c:v>137.60380967096299</c:v>
                </c:pt>
                <c:pt idx="22">
                  <c:v>91.046689170963106</c:v>
                </c:pt>
                <c:pt idx="23">
                  <c:v>83.802816899999996</c:v>
                </c:pt>
                <c:pt idx="24">
                  <c:v>80.544349256436604</c:v>
                </c:pt>
                <c:pt idx="25">
                  <c:v>80.544349256436604</c:v>
                </c:pt>
                <c:pt idx="26">
                  <c:v>71.570575438599406</c:v>
                </c:pt>
                <c:pt idx="27">
                  <c:v>71.570575438599406</c:v>
                </c:pt>
                <c:pt idx="28">
                  <c:v>66.154390603107402</c:v>
                </c:pt>
                <c:pt idx="29">
                  <c:v>36.397991450974999</c:v>
                </c:pt>
                <c:pt idx="30">
                  <c:v>36.397991450974999</c:v>
                </c:pt>
                <c:pt idx="31">
                  <c:v>34.014966537667</c:v>
                </c:pt>
                <c:pt idx="32">
                  <c:v>34.014966537667</c:v>
                </c:pt>
                <c:pt idx="33">
                  <c:v>34.014966537667</c:v>
                </c:pt>
                <c:pt idx="34">
                  <c:v>46.616544527668097</c:v>
                </c:pt>
                <c:pt idx="35">
                  <c:v>58.731092632525502</c:v>
                </c:pt>
                <c:pt idx="36">
                  <c:v>58.731092632525502</c:v>
                </c:pt>
                <c:pt idx="37">
                  <c:v>58.731092632525502</c:v>
                </c:pt>
                <c:pt idx="38">
                  <c:v>78.374773010562606</c:v>
                </c:pt>
                <c:pt idx="39">
                  <c:v>112.57702723365399</c:v>
                </c:pt>
                <c:pt idx="40">
                  <c:v>122.726000142359</c:v>
                </c:pt>
                <c:pt idx="41">
                  <c:v>151.03577787656801</c:v>
                </c:pt>
                <c:pt idx="42">
                  <c:v>151.03577787656801</c:v>
                </c:pt>
                <c:pt idx="43">
                  <c:v>151.03577787656801</c:v>
                </c:pt>
                <c:pt idx="44">
                  <c:v>151.03577787656801</c:v>
                </c:pt>
                <c:pt idx="45">
                  <c:v>151.03577787656801</c:v>
                </c:pt>
                <c:pt idx="46">
                  <c:v>151.03577787656801</c:v>
                </c:pt>
                <c:pt idx="47">
                  <c:v>151.03577787656801</c:v>
                </c:pt>
                <c:pt idx="48">
                  <c:v>151.03577787656801</c:v>
                </c:pt>
                <c:pt idx="49">
                  <c:v>132.340484077084</c:v>
                </c:pt>
                <c:pt idx="50">
                  <c:v>132.340484077084</c:v>
                </c:pt>
                <c:pt idx="51">
                  <c:v>95.678823975018304</c:v>
                </c:pt>
                <c:pt idx="52">
                  <c:v>88.020578508183306</c:v>
                </c:pt>
                <c:pt idx="53">
                  <c:v>41.463458008183302</c:v>
                </c:pt>
                <c:pt idx="54">
                  <c:v>41.463458008183302</c:v>
                </c:pt>
                <c:pt idx="55">
                  <c:v>41.463458008183302</c:v>
                </c:pt>
                <c:pt idx="56">
                  <c:v>41.463458008183302</c:v>
                </c:pt>
                <c:pt idx="57">
                  <c:v>14.6554789566885</c:v>
                </c:pt>
                <c:pt idx="58">
                  <c:v>14.6554789566885</c:v>
                </c:pt>
                <c:pt idx="59">
                  <c:v>14.6554789566885</c:v>
                </c:pt>
                <c:pt idx="60">
                  <c:v>42.080282995754402</c:v>
                </c:pt>
                <c:pt idx="61">
                  <c:v>42.080282995754402</c:v>
                </c:pt>
                <c:pt idx="62">
                  <c:v>42.080282995754402</c:v>
                </c:pt>
                <c:pt idx="63">
                  <c:v>68.187057408944</c:v>
                </c:pt>
                <c:pt idx="64">
                  <c:v>98.499972599329496</c:v>
                </c:pt>
                <c:pt idx="65">
                  <c:v>133.25289278323399</c:v>
                </c:pt>
                <c:pt idx="66">
                  <c:v>133.25289278323399</c:v>
                </c:pt>
                <c:pt idx="67">
                  <c:v>133.25289278323399</c:v>
                </c:pt>
                <c:pt idx="68">
                  <c:v>133.25289278323399</c:v>
                </c:pt>
                <c:pt idx="69">
                  <c:v>133.25289278323399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5E18-3747-AB4E-4D837A191DEB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Sol_bench72!$C$606:$BV$606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84.358418818897405</c:v>
                </c:pt>
                <c:pt idx="2">
                  <c:v>84.661496007240103</c:v>
                </c:pt>
                <c:pt idx="3">
                  <c:v>86.609575628789898</c:v>
                </c:pt>
                <c:pt idx="4">
                  <c:v>86.609575628789898</c:v>
                </c:pt>
                <c:pt idx="5">
                  <c:v>89.749074210627498</c:v>
                </c:pt>
                <c:pt idx="6">
                  <c:v>96.230664853590298</c:v>
                </c:pt>
                <c:pt idx="7">
                  <c:v>103.565475358548</c:v>
                </c:pt>
                <c:pt idx="8">
                  <c:v>103.565475358548</c:v>
                </c:pt>
                <c:pt idx="9">
                  <c:v>109.046273433191</c:v>
                </c:pt>
                <c:pt idx="10">
                  <c:v>110.653321156853</c:v>
                </c:pt>
                <c:pt idx="11">
                  <c:v>110.653321156853</c:v>
                </c:pt>
                <c:pt idx="12">
                  <c:v>110.653321156853</c:v>
                </c:pt>
                <c:pt idx="13">
                  <c:v>110.653321156853</c:v>
                </c:pt>
                <c:pt idx="14">
                  <c:v>106.43704873726099</c:v>
                </c:pt>
                <c:pt idx="15">
                  <c:v>105.055812344833</c:v>
                </c:pt>
                <c:pt idx="16">
                  <c:v>103.248303831294</c:v>
                </c:pt>
                <c:pt idx="17">
                  <c:v>103.248303831294</c:v>
                </c:pt>
                <c:pt idx="18">
                  <c:v>103.248303831294</c:v>
                </c:pt>
                <c:pt idx="19">
                  <c:v>103.248303831294</c:v>
                </c:pt>
                <c:pt idx="20">
                  <c:v>103.248303831294</c:v>
                </c:pt>
                <c:pt idx="21">
                  <c:v>99.342396607413306</c:v>
                </c:pt>
                <c:pt idx="22">
                  <c:v>96.142453488673198</c:v>
                </c:pt>
                <c:pt idx="23">
                  <c:v>91.560327208748603</c:v>
                </c:pt>
                <c:pt idx="24">
                  <c:v>87.347787181869407</c:v>
                </c:pt>
                <c:pt idx="25">
                  <c:v>85.334799243554002</c:v>
                </c:pt>
                <c:pt idx="26">
                  <c:v>84.529848997865699</c:v>
                </c:pt>
                <c:pt idx="27">
                  <c:v>84.141811609960897</c:v>
                </c:pt>
                <c:pt idx="28">
                  <c:v>83.617365023131896</c:v>
                </c:pt>
                <c:pt idx="29">
                  <c:v>83.084673758604893</c:v>
                </c:pt>
                <c:pt idx="30">
                  <c:v>82.685125284494106</c:v>
                </c:pt>
                <c:pt idx="31">
                  <c:v>81.8737243703373</c:v>
                </c:pt>
                <c:pt idx="32">
                  <c:v>83.383816801894696</c:v>
                </c:pt>
                <c:pt idx="33">
                  <c:v>83.383816801894696</c:v>
                </c:pt>
                <c:pt idx="34">
                  <c:v>82.942995570247504</c:v>
                </c:pt>
                <c:pt idx="35">
                  <c:v>82.802985642003193</c:v>
                </c:pt>
                <c:pt idx="36">
                  <c:v>81.743372235708904</c:v>
                </c:pt>
                <c:pt idx="37">
                  <c:v>80.941006727759401</c:v>
                </c:pt>
                <c:pt idx="38">
                  <c:v>80.941006727759401</c:v>
                </c:pt>
                <c:pt idx="39">
                  <c:v>82.661769889841096</c:v>
                </c:pt>
                <c:pt idx="40">
                  <c:v>82.661769889841096</c:v>
                </c:pt>
                <c:pt idx="41">
                  <c:v>84.617814893129093</c:v>
                </c:pt>
                <c:pt idx="42">
                  <c:v>84.617814893129093</c:v>
                </c:pt>
                <c:pt idx="43">
                  <c:v>84.617814893129093</c:v>
                </c:pt>
                <c:pt idx="44">
                  <c:v>84.224062349778293</c:v>
                </c:pt>
                <c:pt idx="45">
                  <c:v>84.224062349778293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5E18-3747-AB4E-4D837A191DEB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Sol_bench72!$C$607:$BV$607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79.230889685315802</c:v>
                </c:pt>
                <c:pt idx="4">
                  <c:v>79.230889685315802</c:v>
                </c:pt>
                <c:pt idx="5">
                  <c:v>73.787075716537601</c:v>
                </c:pt>
                <c:pt idx="6">
                  <c:v>73.787075716537601</c:v>
                </c:pt>
                <c:pt idx="7">
                  <c:v>72.155633370334499</c:v>
                </c:pt>
                <c:pt idx="8">
                  <c:v>72.155633370334499</c:v>
                </c:pt>
                <c:pt idx="9">
                  <c:v>72.155633370334499</c:v>
                </c:pt>
                <c:pt idx="10">
                  <c:v>91.011267177334503</c:v>
                </c:pt>
                <c:pt idx="11">
                  <c:v>92.183098571999906</c:v>
                </c:pt>
                <c:pt idx="12">
                  <c:v>111.038732378999</c:v>
                </c:pt>
                <c:pt idx="13">
                  <c:v>111.038732378999</c:v>
                </c:pt>
                <c:pt idx="14">
                  <c:v>129.89436618599899</c:v>
                </c:pt>
                <c:pt idx="15">
                  <c:v>129.89436618599899</c:v>
                </c:pt>
                <c:pt idx="16">
                  <c:v>148.74999999299999</c:v>
                </c:pt>
                <c:pt idx="17">
                  <c:v>167.60563379999999</c:v>
                </c:pt>
                <c:pt idx="18">
                  <c:v>167.60563379999999</c:v>
                </c:pt>
                <c:pt idx="19">
                  <c:v>167.60563379999999</c:v>
                </c:pt>
                <c:pt idx="20">
                  <c:v>167.60563379999999</c:v>
                </c:pt>
                <c:pt idx="21">
                  <c:v>167.60563379999999</c:v>
                </c:pt>
                <c:pt idx="22">
                  <c:v>146.749552449417</c:v>
                </c:pt>
                <c:pt idx="23">
                  <c:v>146.749552449417</c:v>
                </c:pt>
                <c:pt idx="24">
                  <c:v>143.62871675677701</c:v>
                </c:pt>
                <c:pt idx="25">
                  <c:v>143.62871675677701</c:v>
                </c:pt>
                <c:pt idx="26">
                  <c:v>120.350156501222</c:v>
                </c:pt>
                <c:pt idx="27">
                  <c:v>97.071596245666598</c:v>
                </c:pt>
                <c:pt idx="28">
                  <c:v>97.071596245666598</c:v>
                </c:pt>
                <c:pt idx="29">
                  <c:v>73.793035990111093</c:v>
                </c:pt>
                <c:pt idx="30">
                  <c:v>73.793035990111093</c:v>
                </c:pt>
                <c:pt idx="31">
                  <c:v>73.793035990111093</c:v>
                </c:pt>
                <c:pt idx="32">
                  <c:v>73.793035990111093</c:v>
                </c:pt>
                <c:pt idx="33">
                  <c:v>73.793035990111093</c:v>
                </c:pt>
                <c:pt idx="34">
                  <c:v>73.793035990111093</c:v>
                </c:pt>
                <c:pt idx="35">
                  <c:v>92.648669797111097</c:v>
                </c:pt>
                <c:pt idx="36">
                  <c:v>92.648669797111097</c:v>
                </c:pt>
                <c:pt idx="37">
                  <c:v>92.648669797111097</c:v>
                </c:pt>
                <c:pt idx="38">
                  <c:v>111.504303604111</c:v>
                </c:pt>
                <c:pt idx="39">
                  <c:v>111.504303604111</c:v>
                </c:pt>
                <c:pt idx="40">
                  <c:v>130.35993741111099</c:v>
                </c:pt>
                <c:pt idx="41">
                  <c:v>130.35993741111099</c:v>
                </c:pt>
                <c:pt idx="42">
                  <c:v>130.35993741111099</c:v>
                </c:pt>
                <c:pt idx="43">
                  <c:v>130.35993741111099</c:v>
                </c:pt>
                <c:pt idx="44">
                  <c:v>130.35993741111099</c:v>
                </c:pt>
                <c:pt idx="45">
                  <c:v>130.35993741111099</c:v>
                </c:pt>
                <c:pt idx="46">
                  <c:v>107.081377155555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78.190123790372198</c:v>
                </c:pt>
                <c:pt idx="55">
                  <c:v>78.190123790372198</c:v>
                </c:pt>
                <c:pt idx="56">
                  <c:v>78.190123790372198</c:v>
                </c:pt>
                <c:pt idx="57">
                  <c:v>78.190123790372198</c:v>
                </c:pt>
                <c:pt idx="58">
                  <c:v>78.190123790372198</c:v>
                </c:pt>
                <c:pt idx="59">
                  <c:v>78.190123790372198</c:v>
                </c:pt>
                <c:pt idx="60">
                  <c:v>78.190123790372198</c:v>
                </c:pt>
                <c:pt idx="61">
                  <c:v>78.190123790372198</c:v>
                </c:pt>
                <c:pt idx="62">
                  <c:v>78.190123790372198</c:v>
                </c:pt>
                <c:pt idx="63">
                  <c:v>90.0856367100114</c:v>
                </c:pt>
                <c:pt idx="64">
                  <c:v>90.0856367100114</c:v>
                </c:pt>
                <c:pt idx="65">
                  <c:v>90.0856367100114</c:v>
                </c:pt>
                <c:pt idx="66">
                  <c:v>90.0856367100114</c:v>
                </c:pt>
                <c:pt idx="67">
                  <c:v>90.0856367100114</c:v>
                </c:pt>
                <c:pt idx="68">
                  <c:v>90.0856367100114</c:v>
                </c:pt>
                <c:pt idx="69">
                  <c:v>90.0856367100114</c:v>
                </c:pt>
                <c:pt idx="70">
                  <c:v>90.0856367100114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5E18-3747-AB4E-4D837A191DEB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Sol_bench72!$C$608:$BV$608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5E18-3747-AB4E-4D837A191DEB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Sol_bench72!$C$609:$BV$609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5E18-3747-AB4E-4D837A191DEB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Sol_bench72!$C$610:$BV$610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5E18-3747-AB4E-4D837A191D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44591056"/>
        <c:axId val="444592768"/>
      </c:lineChart>
      <c:catAx>
        <c:axId val="44459105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2768"/>
        <c:crosses val="autoZero"/>
        <c:auto val="1"/>
        <c:lblAlgn val="ctr"/>
        <c:lblOffset val="100"/>
        <c:noMultiLvlLbl val="0"/>
      </c:catAx>
      <c:valAx>
        <c:axId val="44459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1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T=72, RH, relax Nodal Balance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RHcommits_F8_L4_T72!$C$665:$BV$665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79-1A4F-97AC-D2BB86F391E5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RHcommits_F8_L4_T72!$C$666:$BV$666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079-1A4F-97AC-D2BB86F391E5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RHcommits_F8_L4_T72!$C$667:$BV$667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149.64788729999799</c:v>
                </c:pt>
                <c:pt idx="6">
                  <c:v>149.64788729999799</c:v>
                </c:pt>
                <c:pt idx="7">
                  <c:v>149.64788729999799</c:v>
                </c:pt>
                <c:pt idx="8">
                  <c:v>149.64788729999799</c:v>
                </c:pt>
                <c:pt idx="9">
                  <c:v>149.64788729999799</c:v>
                </c:pt>
                <c:pt idx="10">
                  <c:v>149.64788729999799</c:v>
                </c:pt>
                <c:pt idx="11">
                  <c:v>149.64788729999799</c:v>
                </c:pt>
                <c:pt idx="12">
                  <c:v>149.64788729999799</c:v>
                </c:pt>
                <c:pt idx="13">
                  <c:v>149.647887299996</c:v>
                </c:pt>
                <c:pt idx="14">
                  <c:v>149.647887299996</c:v>
                </c:pt>
                <c:pt idx="15">
                  <c:v>149.647887299996</c:v>
                </c:pt>
                <c:pt idx="16">
                  <c:v>149.647887299996</c:v>
                </c:pt>
                <c:pt idx="17">
                  <c:v>149.647887299996</c:v>
                </c:pt>
                <c:pt idx="18">
                  <c:v>149.647887299996</c:v>
                </c:pt>
                <c:pt idx="19">
                  <c:v>149.647887299996</c:v>
                </c:pt>
                <c:pt idx="20">
                  <c:v>149.647887299996</c:v>
                </c:pt>
                <c:pt idx="21">
                  <c:v>149.64788729999401</c:v>
                </c:pt>
                <c:pt idx="22">
                  <c:v>149.64788729999401</c:v>
                </c:pt>
                <c:pt idx="23">
                  <c:v>149.64788729999401</c:v>
                </c:pt>
                <c:pt idx="24">
                  <c:v>149.64788729999401</c:v>
                </c:pt>
                <c:pt idx="25">
                  <c:v>149.64788729999401</c:v>
                </c:pt>
                <c:pt idx="26">
                  <c:v>149.64788729999401</c:v>
                </c:pt>
                <c:pt idx="27">
                  <c:v>149.64788729999401</c:v>
                </c:pt>
                <c:pt idx="28">
                  <c:v>149.64788729999401</c:v>
                </c:pt>
                <c:pt idx="29">
                  <c:v>149.64788729999299</c:v>
                </c:pt>
                <c:pt idx="30">
                  <c:v>149.64788729999299</c:v>
                </c:pt>
                <c:pt idx="31">
                  <c:v>149.64788729999299</c:v>
                </c:pt>
                <c:pt idx="32">
                  <c:v>149.64788729999299</c:v>
                </c:pt>
                <c:pt idx="33">
                  <c:v>149.64788729999299</c:v>
                </c:pt>
                <c:pt idx="34">
                  <c:v>149.64788729999299</c:v>
                </c:pt>
                <c:pt idx="35">
                  <c:v>149.64788729999299</c:v>
                </c:pt>
                <c:pt idx="36">
                  <c:v>149.64788729999299</c:v>
                </c:pt>
                <c:pt idx="37">
                  <c:v>149.647887299991</c:v>
                </c:pt>
                <c:pt idx="38">
                  <c:v>149.647887299991</c:v>
                </c:pt>
                <c:pt idx="39">
                  <c:v>149.647887299991</c:v>
                </c:pt>
                <c:pt idx="40">
                  <c:v>149.647887299991</c:v>
                </c:pt>
                <c:pt idx="41">
                  <c:v>149.647887299991</c:v>
                </c:pt>
                <c:pt idx="42">
                  <c:v>149.647887299991</c:v>
                </c:pt>
                <c:pt idx="43">
                  <c:v>149.647887299991</c:v>
                </c:pt>
                <c:pt idx="44">
                  <c:v>149.647887299991</c:v>
                </c:pt>
                <c:pt idx="45">
                  <c:v>149.64788729998901</c:v>
                </c:pt>
                <c:pt idx="46">
                  <c:v>149.64788729998901</c:v>
                </c:pt>
                <c:pt idx="47">
                  <c:v>149.64788729998901</c:v>
                </c:pt>
                <c:pt idx="48">
                  <c:v>149.64788729998901</c:v>
                </c:pt>
                <c:pt idx="49">
                  <c:v>149.64788729998901</c:v>
                </c:pt>
                <c:pt idx="50">
                  <c:v>149.64788729998901</c:v>
                </c:pt>
                <c:pt idx="51">
                  <c:v>149.64788729998901</c:v>
                </c:pt>
                <c:pt idx="52">
                  <c:v>149.64788729998901</c:v>
                </c:pt>
                <c:pt idx="53">
                  <c:v>149.64788729998801</c:v>
                </c:pt>
                <c:pt idx="54">
                  <c:v>149.64788729998801</c:v>
                </c:pt>
                <c:pt idx="55">
                  <c:v>149.64788729998801</c:v>
                </c:pt>
                <c:pt idx="56">
                  <c:v>149.64788729998801</c:v>
                </c:pt>
                <c:pt idx="57">
                  <c:v>149.64788729998801</c:v>
                </c:pt>
                <c:pt idx="58">
                  <c:v>149.64788729998801</c:v>
                </c:pt>
                <c:pt idx="59">
                  <c:v>149.64788729998801</c:v>
                </c:pt>
                <c:pt idx="60">
                  <c:v>149.64788729998801</c:v>
                </c:pt>
                <c:pt idx="61">
                  <c:v>149.64788729998801</c:v>
                </c:pt>
                <c:pt idx="62">
                  <c:v>149.64788729998801</c:v>
                </c:pt>
                <c:pt idx="63">
                  <c:v>149.64788729998801</c:v>
                </c:pt>
                <c:pt idx="64">
                  <c:v>149.64788729998801</c:v>
                </c:pt>
                <c:pt idx="65">
                  <c:v>149.64788729998801</c:v>
                </c:pt>
                <c:pt idx="66">
                  <c:v>149.64788729998801</c:v>
                </c:pt>
                <c:pt idx="67">
                  <c:v>149.64788729998801</c:v>
                </c:pt>
                <c:pt idx="68">
                  <c:v>149.64788729998801</c:v>
                </c:pt>
                <c:pt idx="69">
                  <c:v>149.64788729998801</c:v>
                </c:pt>
                <c:pt idx="70">
                  <c:v>149.64788729998801</c:v>
                </c:pt>
                <c:pt idx="71">
                  <c:v>149.64788729998801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079-1A4F-97AC-D2BB86F391E5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RHcommits_F8_L4_T72!$C$668:$BV$668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079-1A4F-97AC-D2BB86F391E5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RHcommits_F8_L4_T72!$C$669:$BV$669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102.132745743599</c:v>
                </c:pt>
                <c:pt idx="10">
                  <c:v>69.171743929192303</c:v>
                </c:pt>
                <c:pt idx="11">
                  <c:v>69.171743929192303</c:v>
                </c:pt>
                <c:pt idx="12">
                  <c:v>69.171743929192303</c:v>
                </c:pt>
                <c:pt idx="13">
                  <c:v>69.171743929192303</c:v>
                </c:pt>
                <c:pt idx="14">
                  <c:v>109.417224420739</c:v>
                </c:pt>
                <c:pt idx="15">
                  <c:v>149.64788730000001</c:v>
                </c:pt>
                <c:pt idx="16">
                  <c:v>183.01147316992899</c:v>
                </c:pt>
                <c:pt idx="17">
                  <c:v>213.69580799634301</c:v>
                </c:pt>
                <c:pt idx="18">
                  <c:v>216.111869384051</c:v>
                </c:pt>
                <c:pt idx="19">
                  <c:v>222.41652182752699</c:v>
                </c:pt>
                <c:pt idx="20">
                  <c:v>241.45753364843</c:v>
                </c:pt>
                <c:pt idx="21">
                  <c:v>249.44957682221801</c:v>
                </c:pt>
                <c:pt idx="22">
                  <c:v>205.07303075555501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137.10269869304199</c:v>
                </c:pt>
                <c:pt idx="34">
                  <c:v>137.10269869304199</c:v>
                </c:pt>
                <c:pt idx="35">
                  <c:v>137.10269869304199</c:v>
                </c:pt>
                <c:pt idx="36">
                  <c:v>137.10269869304199</c:v>
                </c:pt>
                <c:pt idx="37">
                  <c:v>169.53791903623801</c:v>
                </c:pt>
                <c:pt idx="38">
                  <c:v>185.400982507186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152.09067533015201</c:v>
                </c:pt>
                <c:pt idx="61">
                  <c:v>191.97317360913399</c:v>
                </c:pt>
                <c:pt idx="62">
                  <c:v>216.89191349890899</c:v>
                </c:pt>
                <c:pt idx="63">
                  <c:v>216.89191349890899</c:v>
                </c:pt>
                <c:pt idx="64">
                  <c:v>232.95923951682201</c:v>
                </c:pt>
                <c:pt idx="65">
                  <c:v>267.740103894502</c:v>
                </c:pt>
                <c:pt idx="66">
                  <c:v>267.740103894502</c:v>
                </c:pt>
                <c:pt idx="67">
                  <c:v>235.40878657176199</c:v>
                </c:pt>
                <c:pt idx="68">
                  <c:v>235.40878657176199</c:v>
                </c:pt>
                <c:pt idx="69">
                  <c:v>193.306229089282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079-1A4F-97AC-D2BB86F391E5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RHcommits_F8_L4_T72!$C$670:$BV$670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168.07533915948099</c:v>
                </c:pt>
                <c:pt idx="49">
                  <c:v>183.112704343025</c:v>
                </c:pt>
                <c:pt idx="50">
                  <c:v>199.85040986432799</c:v>
                </c:pt>
                <c:pt idx="51">
                  <c:v>217.49170917934401</c:v>
                </c:pt>
                <c:pt idx="52">
                  <c:v>234.568653281575</c:v>
                </c:pt>
                <c:pt idx="53">
                  <c:v>249.44204998378399</c:v>
                </c:pt>
                <c:pt idx="54">
                  <c:v>261.54640137393102</c:v>
                </c:pt>
                <c:pt idx="55">
                  <c:v>270.45275705541701</c:v>
                </c:pt>
                <c:pt idx="56">
                  <c:v>279.85583946417302</c:v>
                </c:pt>
                <c:pt idx="57">
                  <c:v>289.27649625179703</c:v>
                </c:pt>
                <c:pt idx="58">
                  <c:v>295.01676689229299</c:v>
                </c:pt>
                <c:pt idx="59">
                  <c:v>299.29577460000002</c:v>
                </c:pt>
                <c:pt idx="60">
                  <c:v>279.718221368299</c:v>
                </c:pt>
                <c:pt idx="61">
                  <c:v>279.718221368299</c:v>
                </c:pt>
                <c:pt idx="62">
                  <c:v>279.718221368299</c:v>
                </c:pt>
                <c:pt idx="63">
                  <c:v>279.718221368299</c:v>
                </c:pt>
                <c:pt idx="64">
                  <c:v>279.718221368299</c:v>
                </c:pt>
                <c:pt idx="65">
                  <c:v>279.718221368299</c:v>
                </c:pt>
                <c:pt idx="66">
                  <c:v>284.17619611171199</c:v>
                </c:pt>
                <c:pt idx="67">
                  <c:v>287.65033836340001</c:v>
                </c:pt>
                <c:pt idx="68">
                  <c:v>291.11080645966001</c:v>
                </c:pt>
                <c:pt idx="69">
                  <c:v>295.88793847194597</c:v>
                </c:pt>
                <c:pt idx="70">
                  <c:v>299.29577460000002</c:v>
                </c:pt>
                <c:pt idx="71">
                  <c:v>299.29577460000002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D079-1A4F-97AC-D2BB86F391E5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RHcommits_F8_L4_T72!$C$671:$BV$671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299.29577464999801</c:v>
                </c:pt>
                <c:pt idx="18">
                  <c:v>299.29577464999801</c:v>
                </c:pt>
                <c:pt idx="19">
                  <c:v>299.295774649995</c:v>
                </c:pt>
                <c:pt idx="20">
                  <c:v>299.295774649995</c:v>
                </c:pt>
                <c:pt idx="21">
                  <c:v>299.295774649995</c:v>
                </c:pt>
                <c:pt idx="22">
                  <c:v>299.295774649995</c:v>
                </c:pt>
                <c:pt idx="23">
                  <c:v>299.295774649995</c:v>
                </c:pt>
                <c:pt idx="24">
                  <c:v>299.295774649995</c:v>
                </c:pt>
                <c:pt idx="25">
                  <c:v>299.295774649995</c:v>
                </c:pt>
                <c:pt idx="26">
                  <c:v>299.295774649995</c:v>
                </c:pt>
                <c:pt idx="27">
                  <c:v>299.295774649995</c:v>
                </c:pt>
                <c:pt idx="28">
                  <c:v>299.295774649995</c:v>
                </c:pt>
                <c:pt idx="29">
                  <c:v>299.295774649995</c:v>
                </c:pt>
                <c:pt idx="30">
                  <c:v>299.295774649995</c:v>
                </c:pt>
                <c:pt idx="31">
                  <c:v>299.295774649995</c:v>
                </c:pt>
                <c:pt idx="32">
                  <c:v>299.295774649995</c:v>
                </c:pt>
                <c:pt idx="33">
                  <c:v>299.295774649995</c:v>
                </c:pt>
                <c:pt idx="34">
                  <c:v>299.295774649995</c:v>
                </c:pt>
                <c:pt idx="35">
                  <c:v>299.295774649995</c:v>
                </c:pt>
                <c:pt idx="36">
                  <c:v>299.295774649995</c:v>
                </c:pt>
                <c:pt idx="37">
                  <c:v>299.295774649995</c:v>
                </c:pt>
                <c:pt idx="38">
                  <c:v>299.295774649995</c:v>
                </c:pt>
                <c:pt idx="39">
                  <c:v>299.295774649995</c:v>
                </c:pt>
                <c:pt idx="40">
                  <c:v>299.295774649995</c:v>
                </c:pt>
                <c:pt idx="41">
                  <c:v>299.29577464999301</c:v>
                </c:pt>
                <c:pt idx="42">
                  <c:v>299.29577464999301</c:v>
                </c:pt>
                <c:pt idx="43">
                  <c:v>299.29577464998999</c:v>
                </c:pt>
                <c:pt idx="44">
                  <c:v>299.29577464998999</c:v>
                </c:pt>
                <c:pt idx="45">
                  <c:v>299.29577464998999</c:v>
                </c:pt>
                <c:pt idx="46">
                  <c:v>299.29577464998999</c:v>
                </c:pt>
                <c:pt idx="47">
                  <c:v>299.29577464998999</c:v>
                </c:pt>
                <c:pt idx="48">
                  <c:v>299.29577464998999</c:v>
                </c:pt>
                <c:pt idx="49">
                  <c:v>299.29577464998999</c:v>
                </c:pt>
                <c:pt idx="50">
                  <c:v>299.29577464998999</c:v>
                </c:pt>
                <c:pt idx="51">
                  <c:v>299.29577464998999</c:v>
                </c:pt>
                <c:pt idx="52">
                  <c:v>299.29577464998999</c:v>
                </c:pt>
                <c:pt idx="53">
                  <c:v>299.29577464998999</c:v>
                </c:pt>
                <c:pt idx="54">
                  <c:v>299.29577464998999</c:v>
                </c:pt>
                <c:pt idx="55">
                  <c:v>299.29577464998999</c:v>
                </c:pt>
                <c:pt idx="56">
                  <c:v>299.29577464998999</c:v>
                </c:pt>
                <c:pt idx="57">
                  <c:v>299.29577464998999</c:v>
                </c:pt>
                <c:pt idx="58">
                  <c:v>299.29577464998999</c:v>
                </c:pt>
                <c:pt idx="59">
                  <c:v>299.29577464998999</c:v>
                </c:pt>
                <c:pt idx="60">
                  <c:v>299.29577464998999</c:v>
                </c:pt>
                <c:pt idx="61">
                  <c:v>299.29577464998999</c:v>
                </c:pt>
                <c:pt idx="62">
                  <c:v>299.29577464998999</c:v>
                </c:pt>
                <c:pt idx="63">
                  <c:v>299.29577464998999</c:v>
                </c:pt>
                <c:pt idx="64">
                  <c:v>299.29577464998999</c:v>
                </c:pt>
                <c:pt idx="65">
                  <c:v>299.29577464998999</c:v>
                </c:pt>
                <c:pt idx="66">
                  <c:v>299.29577464998999</c:v>
                </c:pt>
                <c:pt idx="67">
                  <c:v>299.29577464998999</c:v>
                </c:pt>
                <c:pt idx="68">
                  <c:v>299.29577464998999</c:v>
                </c:pt>
                <c:pt idx="69">
                  <c:v>299.29577464998999</c:v>
                </c:pt>
                <c:pt idx="70">
                  <c:v>299.29577464998999</c:v>
                </c:pt>
                <c:pt idx="71">
                  <c:v>299.29577464998999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079-1A4F-97AC-D2BB86F391E5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RHcommits_F8_L4_T72!$C$672:$BV$672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298.56820938063498</c:v>
                </c:pt>
                <c:pt idx="57">
                  <c:v>298.56820938063498</c:v>
                </c:pt>
                <c:pt idx="58">
                  <c:v>298.56820938063498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300.176650570795</c:v>
                </c:pt>
                <c:pt idx="63">
                  <c:v>300.176650570795</c:v>
                </c:pt>
                <c:pt idx="64">
                  <c:v>300.176650570795</c:v>
                </c:pt>
                <c:pt idx="65">
                  <c:v>300.176650570795</c:v>
                </c:pt>
                <c:pt idx="66">
                  <c:v>300.176650570795</c:v>
                </c:pt>
                <c:pt idx="67">
                  <c:v>300.176650570795</c:v>
                </c:pt>
                <c:pt idx="68">
                  <c:v>300.176650570795</c:v>
                </c:pt>
                <c:pt idx="69">
                  <c:v>300.176650570795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D079-1A4F-97AC-D2BB86F391E5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RHcommits_F8_L4_T72!$C$673:$BV$673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D079-1A4F-97AC-D2BB86F391E5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RHcommits_F8_L4_T72!$C$674:$BV$674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D079-1A4F-97AC-D2BB86F391E5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RHcommits_F8_L4_T72!$C$675:$BV$675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D079-1A4F-97AC-D2BB86F391E5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RHcommits_F8_L4_T72!$C$676:$BV$676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D079-1A4F-97AC-D2BB86F391E5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RHcommits_F8_L4_T72!$C$677:$BV$677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37.2456963999999</c:v>
                </c:pt>
                <c:pt idx="9">
                  <c:v>37.2456963999999</c:v>
                </c:pt>
                <c:pt idx="10">
                  <c:v>37.2456963999999</c:v>
                </c:pt>
                <c:pt idx="11">
                  <c:v>6.8538999345160097</c:v>
                </c:pt>
                <c:pt idx="12">
                  <c:v>44.565167539515997</c:v>
                </c:pt>
                <c:pt idx="13">
                  <c:v>82.276435144516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43.637512933914699</c:v>
                </c:pt>
                <c:pt idx="33">
                  <c:v>43.637512933914699</c:v>
                </c:pt>
                <c:pt idx="34">
                  <c:v>43.637512933914699</c:v>
                </c:pt>
                <c:pt idx="35">
                  <c:v>43.637512933914699</c:v>
                </c:pt>
                <c:pt idx="36">
                  <c:v>81.348780538914696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94.838910472179194</c:v>
                </c:pt>
                <c:pt idx="41">
                  <c:v>104.625212513101</c:v>
                </c:pt>
                <c:pt idx="42">
                  <c:v>104.625212513101</c:v>
                </c:pt>
                <c:pt idx="43">
                  <c:v>104.625212513101</c:v>
                </c:pt>
                <c:pt idx="44">
                  <c:v>104.625212513101</c:v>
                </c:pt>
                <c:pt idx="45">
                  <c:v>104.625212513101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48.723629504359302</c:v>
                </c:pt>
                <c:pt idx="57">
                  <c:v>48.723629504359302</c:v>
                </c:pt>
                <c:pt idx="58">
                  <c:v>48.723629504359302</c:v>
                </c:pt>
                <c:pt idx="59">
                  <c:v>83.802816899999996</c:v>
                </c:pt>
                <c:pt idx="60">
                  <c:v>121.514084505</c:v>
                </c:pt>
                <c:pt idx="61">
                  <c:v>121.514084505</c:v>
                </c:pt>
                <c:pt idx="62">
                  <c:v>121.514084505</c:v>
                </c:pt>
                <c:pt idx="63">
                  <c:v>143.23337005359301</c:v>
                </c:pt>
                <c:pt idx="64">
                  <c:v>143.23337005359301</c:v>
                </c:pt>
                <c:pt idx="65">
                  <c:v>143.23337005359301</c:v>
                </c:pt>
                <c:pt idx="66">
                  <c:v>143.23337005359301</c:v>
                </c:pt>
                <c:pt idx="67">
                  <c:v>143.23337005359301</c:v>
                </c:pt>
                <c:pt idx="68">
                  <c:v>130.35993740000001</c:v>
                </c:pt>
                <c:pt idx="69">
                  <c:v>130.35993740000001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D079-1A4F-97AC-D2BB86F391E5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RHcommits_F8_L4_T72!$C$678:$BV$678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89.4003257120184</c:v>
                </c:pt>
                <c:pt idx="10">
                  <c:v>89.4003257120184</c:v>
                </c:pt>
                <c:pt idx="11">
                  <c:v>89.4003257120184</c:v>
                </c:pt>
                <c:pt idx="12">
                  <c:v>89.4003257120184</c:v>
                </c:pt>
                <c:pt idx="13">
                  <c:v>89.4003257120184</c:v>
                </c:pt>
                <c:pt idx="14">
                  <c:v>85.184053292426995</c:v>
                </c:pt>
                <c:pt idx="15">
                  <c:v>83.802816899999996</c:v>
                </c:pt>
                <c:pt idx="16">
                  <c:v>81.995308386460806</c:v>
                </c:pt>
                <c:pt idx="17">
                  <c:v>82.298316648810896</c:v>
                </c:pt>
                <c:pt idx="18">
                  <c:v>85.542287986206802</c:v>
                </c:pt>
                <c:pt idx="19">
                  <c:v>88.020572837290601</c:v>
                </c:pt>
                <c:pt idx="20">
                  <c:v>89.000656281803899</c:v>
                </c:pt>
                <c:pt idx="21">
                  <c:v>88.384943179923994</c:v>
                </c:pt>
                <c:pt idx="22">
                  <c:v>88.384943179923994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84.524863812051606</c:v>
                </c:pt>
                <c:pt idx="33">
                  <c:v>84.524863812051606</c:v>
                </c:pt>
                <c:pt idx="34">
                  <c:v>84.084042580404898</c:v>
                </c:pt>
                <c:pt idx="35">
                  <c:v>83.944032652161098</c:v>
                </c:pt>
                <c:pt idx="36">
                  <c:v>82.884419245867804</c:v>
                </c:pt>
                <c:pt idx="37">
                  <c:v>82.082053737918301</c:v>
                </c:pt>
                <c:pt idx="38">
                  <c:v>82.082053737918301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84.617814893128497</c:v>
                </c:pt>
                <c:pt idx="43">
                  <c:v>84.617814893128497</c:v>
                </c:pt>
                <c:pt idx="44">
                  <c:v>84.224062349777697</c:v>
                </c:pt>
                <c:pt idx="45">
                  <c:v>84.224062349777697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84.7622564519598</c:v>
                </c:pt>
                <c:pt idx="49">
                  <c:v>87.937583822834</c:v>
                </c:pt>
                <c:pt idx="50">
                  <c:v>90.0819507093276</c:v>
                </c:pt>
                <c:pt idx="51">
                  <c:v>91.600739110248796</c:v>
                </c:pt>
                <c:pt idx="52">
                  <c:v>93.259646336049997</c:v>
                </c:pt>
                <c:pt idx="53">
                  <c:v>96.111293587827703</c:v>
                </c:pt>
                <c:pt idx="54">
                  <c:v>101.39048620285899</c:v>
                </c:pt>
                <c:pt idx="55">
                  <c:v>113.202626997515</c:v>
                </c:pt>
                <c:pt idx="56">
                  <c:v>121.53164089229701</c:v>
                </c:pt>
                <c:pt idx="57">
                  <c:v>129.84863475022701</c:v>
                </c:pt>
                <c:pt idx="58">
                  <c:v>136.930177306225</c:v>
                </c:pt>
                <c:pt idx="59">
                  <c:v>138.986038927474</c:v>
                </c:pt>
                <c:pt idx="60">
                  <c:v>139.498211449792</c:v>
                </c:pt>
                <c:pt idx="61">
                  <c:v>139.498211449792</c:v>
                </c:pt>
                <c:pt idx="62">
                  <c:v>139.498211449792</c:v>
                </c:pt>
                <c:pt idx="63">
                  <c:v>139.498211449792</c:v>
                </c:pt>
                <c:pt idx="64">
                  <c:v>139.498211449792</c:v>
                </c:pt>
                <c:pt idx="65">
                  <c:v>139.498211449792</c:v>
                </c:pt>
                <c:pt idx="66">
                  <c:v>144.765008895623</c:v>
                </c:pt>
                <c:pt idx="67">
                  <c:v>149.93530652969599</c:v>
                </c:pt>
                <c:pt idx="68">
                  <c:v>155.236295515059</c:v>
                </c:pt>
                <c:pt idx="69">
                  <c:v>160.729808861268</c:v>
                </c:pt>
                <c:pt idx="70">
                  <c:v>165.98831870074099</c:v>
                </c:pt>
                <c:pt idx="71">
                  <c:v>167.60563379999999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D079-1A4F-97AC-D2BB86F391E5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RHcommits_F8_L4_T72!$C$679:$BV$679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67.445032667533098</c:v>
                </c:pt>
                <c:pt idx="9">
                  <c:v>67.445032667538996</c:v>
                </c:pt>
                <c:pt idx="10">
                  <c:v>67.445032667538996</c:v>
                </c:pt>
                <c:pt idx="11">
                  <c:v>67.445032667538996</c:v>
                </c:pt>
                <c:pt idx="12">
                  <c:v>75.927013612293706</c:v>
                </c:pt>
                <c:pt idx="13">
                  <c:v>82.267309908964904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102.658450707</c:v>
                </c:pt>
                <c:pt idx="20">
                  <c:v>107.081377155555</c:v>
                </c:pt>
                <c:pt idx="21">
                  <c:v>107.081377155555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60.524256644444399</c:v>
                </c:pt>
                <c:pt idx="34">
                  <c:v>60.524256644444399</c:v>
                </c:pt>
                <c:pt idx="35">
                  <c:v>64.241162014962597</c:v>
                </c:pt>
                <c:pt idx="36">
                  <c:v>64.367672599240194</c:v>
                </c:pt>
                <c:pt idx="37">
                  <c:v>64.947183092999893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96.548682401429303</c:v>
                </c:pt>
                <c:pt idx="41">
                  <c:v>96.548682401429303</c:v>
                </c:pt>
                <c:pt idx="42">
                  <c:v>107.081377155555</c:v>
                </c:pt>
                <c:pt idx="43">
                  <c:v>107.081377155555</c:v>
                </c:pt>
                <c:pt idx="44">
                  <c:v>107.081377155555</c:v>
                </c:pt>
                <c:pt idx="45">
                  <c:v>107.081377155555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80.6072567859716</c:v>
                </c:pt>
                <c:pt idx="58">
                  <c:v>80.6072567859716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95.947316243946801</c:v>
                </c:pt>
                <c:pt idx="63">
                  <c:v>108.64783006325101</c:v>
                </c:pt>
                <c:pt idx="64">
                  <c:v>108.64783006325101</c:v>
                </c:pt>
                <c:pt idx="65">
                  <c:v>108.64783006325101</c:v>
                </c:pt>
                <c:pt idx="66">
                  <c:v>108.64783006325101</c:v>
                </c:pt>
                <c:pt idx="67">
                  <c:v>108.64783006325101</c:v>
                </c:pt>
                <c:pt idx="68">
                  <c:v>85.369269807696</c:v>
                </c:pt>
                <c:pt idx="69">
                  <c:v>85.369269807696</c:v>
                </c:pt>
                <c:pt idx="70">
                  <c:v>85.369269807696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D079-1A4F-97AC-D2BB86F391E5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RHcommits_F8_L4_T72!$C$680:$BV$680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D079-1A4F-97AC-D2BB86F391E5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RHcommits_F8_L4_T72!$C$681:$BV$681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D079-1A4F-97AC-D2BB86F391E5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RHcommits_F8_L4_T72!$C$682:$BV$682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D079-1A4F-97AC-D2BB86F391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984704"/>
        <c:axId val="209873376"/>
      </c:lineChart>
      <c:catAx>
        <c:axId val="20998470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73376"/>
        <c:crosses val="autoZero"/>
        <c:auto val="1"/>
        <c:lblAlgn val="ctr"/>
        <c:lblOffset val="100"/>
        <c:noMultiLvlLbl val="0"/>
      </c:catAx>
      <c:valAx>
        <c:axId val="2098733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984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T=72,</a:t>
            </a:r>
            <a:r>
              <a:rPr lang="en-US" baseline="0" dirty="0"/>
              <a:t> RH, Not relax Nodal Balance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RHcommits_F8_L4_T72!$C$665:$BV$665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1A-B842-BA2B-D189EE391AA0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RHcommits_F8_L4_T72!$C$666:$BV$666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1A-B842-BA2B-D189EE391AA0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RHcommits_F8_L4_T72!$C$667:$BV$667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149.64788729999799</c:v>
                </c:pt>
                <c:pt idx="6">
                  <c:v>149.64788729999799</c:v>
                </c:pt>
                <c:pt idx="7">
                  <c:v>149.64788729999799</c:v>
                </c:pt>
                <c:pt idx="8">
                  <c:v>149.64788729999799</c:v>
                </c:pt>
                <c:pt idx="9">
                  <c:v>149.64788729999799</c:v>
                </c:pt>
                <c:pt idx="10">
                  <c:v>149.64788729999799</c:v>
                </c:pt>
                <c:pt idx="11">
                  <c:v>149.64788729999799</c:v>
                </c:pt>
                <c:pt idx="12">
                  <c:v>149.64788729999799</c:v>
                </c:pt>
                <c:pt idx="13">
                  <c:v>149.647887299996</c:v>
                </c:pt>
                <c:pt idx="14">
                  <c:v>149.647887299996</c:v>
                </c:pt>
                <c:pt idx="15">
                  <c:v>149.647887299996</c:v>
                </c:pt>
                <c:pt idx="16">
                  <c:v>149.647887299996</c:v>
                </c:pt>
                <c:pt idx="17">
                  <c:v>149.647887299996</c:v>
                </c:pt>
                <c:pt idx="18">
                  <c:v>149.647887299996</c:v>
                </c:pt>
                <c:pt idx="19">
                  <c:v>149.647887299996</c:v>
                </c:pt>
                <c:pt idx="20">
                  <c:v>149.647887299996</c:v>
                </c:pt>
                <c:pt idx="21">
                  <c:v>149.64788729999401</c:v>
                </c:pt>
                <c:pt idx="22">
                  <c:v>149.64788729999401</c:v>
                </c:pt>
                <c:pt idx="23">
                  <c:v>149.64788729999401</c:v>
                </c:pt>
                <c:pt idx="24">
                  <c:v>149.64788729999401</c:v>
                </c:pt>
                <c:pt idx="25">
                  <c:v>149.64788729999401</c:v>
                </c:pt>
                <c:pt idx="26">
                  <c:v>149.64788729999401</c:v>
                </c:pt>
                <c:pt idx="27">
                  <c:v>149.64788729999401</c:v>
                </c:pt>
                <c:pt idx="28">
                  <c:v>149.64788729999401</c:v>
                </c:pt>
                <c:pt idx="29">
                  <c:v>149.64788729999299</c:v>
                </c:pt>
                <c:pt idx="30">
                  <c:v>149.64788729999299</c:v>
                </c:pt>
                <c:pt idx="31">
                  <c:v>149.64788729999299</c:v>
                </c:pt>
                <c:pt idx="32">
                  <c:v>149.64788729999299</c:v>
                </c:pt>
                <c:pt idx="33">
                  <c:v>149.64788729999299</c:v>
                </c:pt>
                <c:pt idx="34">
                  <c:v>149.64788729999299</c:v>
                </c:pt>
                <c:pt idx="35">
                  <c:v>149.64788729999299</c:v>
                </c:pt>
                <c:pt idx="36">
                  <c:v>149.64788729999299</c:v>
                </c:pt>
                <c:pt idx="37">
                  <c:v>149.647887299991</c:v>
                </c:pt>
                <c:pt idx="38">
                  <c:v>149.647887299991</c:v>
                </c:pt>
                <c:pt idx="39">
                  <c:v>149.647887299991</c:v>
                </c:pt>
                <c:pt idx="40">
                  <c:v>149.647887299991</c:v>
                </c:pt>
                <c:pt idx="41">
                  <c:v>149.647887299991</c:v>
                </c:pt>
                <c:pt idx="42">
                  <c:v>149.647887299991</c:v>
                </c:pt>
                <c:pt idx="43">
                  <c:v>149.647887299991</c:v>
                </c:pt>
                <c:pt idx="44">
                  <c:v>149.647887299991</c:v>
                </c:pt>
                <c:pt idx="45">
                  <c:v>149.64788729998901</c:v>
                </c:pt>
                <c:pt idx="46">
                  <c:v>149.64788729998901</c:v>
                </c:pt>
                <c:pt idx="47">
                  <c:v>149.64788729998901</c:v>
                </c:pt>
                <c:pt idx="48">
                  <c:v>149.64788729998901</c:v>
                </c:pt>
                <c:pt idx="49">
                  <c:v>149.64788729998901</c:v>
                </c:pt>
                <c:pt idx="50">
                  <c:v>149.64788729998901</c:v>
                </c:pt>
                <c:pt idx="51">
                  <c:v>149.64788729998901</c:v>
                </c:pt>
                <c:pt idx="52">
                  <c:v>149.64788729998901</c:v>
                </c:pt>
                <c:pt idx="53">
                  <c:v>149.64788729998801</c:v>
                </c:pt>
                <c:pt idx="54">
                  <c:v>149.64788729998801</c:v>
                </c:pt>
                <c:pt idx="55">
                  <c:v>149.64788729998801</c:v>
                </c:pt>
                <c:pt idx="56">
                  <c:v>149.64788729998801</c:v>
                </c:pt>
                <c:pt idx="57">
                  <c:v>149.64788729998801</c:v>
                </c:pt>
                <c:pt idx="58">
                  <c:v>149.64788729998801</c:v>
                </c:pt>
                <c:pt idx="59">
                  <c:v>149.64788729998801</c:v>
                </c:pt>
                <c:pt idx="60">
                  <c:v>149.64788729998801</c:v>
                </c:pt>
                <c:pt idx="61">
                  <c:v>149.64788729998801</c:v>
                </c:pt>
                <c:pt idx="62">
                  <c:v>149.64788729998801</c:v>
                </c:pt>
                <c:pt idx="63">
                  <c:v>149.64788729998801</c:v>
                </c:pt>
                <c:pt idx="64">
                  <c:v>149.64788729998801</c:v>
                </c:pt>
                <c:pt idx="65">
                  <c:v>149.64788729998801</c:v>
                </c:pt>
                <c:pt idx="66">
                  <c:v>149.64788729998801</c:v>
                </c:pt>
                <c:pt idx="67">
                  <c:v>149.64788729998801</c:v>
                </c:pt>
                <c:pt idx="68">
                  <c:v>149.64788729998801</c:v>
                </c:pt>
                <c:pt idx="69">
                  <c:v>149.64788729998801</c:v>
                </c:pt>
                <c:pt idx="70">
                  <c:v>149.64788729998801</c:v>
                </c:pt>
                <c:pt idx="71">
                  <c:v>149.64788729998801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1A-B842-BA2B-D189EE391AA0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RHcommits_F8_L4_T72!$C$668:$BV$668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71A-B842-BA2B-D189EE391AA0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RHcommits_F8_L4_T72!$C$669:$BV$669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94.222743844444395</c:v>
                </c:pt>
                <c:pt idx="9">
                  <c:v>94.222743844444395</c:v>
                </c:pt>
                <c:pt idx="10">
                  <c:v>94.222743844444395</c:v>
                </c:pt>
                <c:pt idx="11">
                  <c:v>59.110079753504799</c:v>
                </c:pt>
                <c:pt idx="12">
                  <c:v>67.592060698259402</c:v>
                </c:pt>
                <c:pt idx="13">
                  <c:v>111.64364582635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185.24165911218299</c:v>
                </c:pt>
                <c:pt idx="17">
                  <c:v>195.43499920685699</c:v>
                </c:pt>
                <c:pt idx="18">
                  <c:v>195.43499920685699</c:v>
                </c:pt>
                <c:pt idx="19">
                  <c:v>195.43499920685699</c:v>
                </c:pt>
                <c:pt idx="20">
                  <c:v>195.43499920685699</c:v>
                </c:pt>
                <c:pt idx="21">
                  <c:v>195.43499920685699</c:v>
                </c:pt>
                <c:pt idx="22">
                  <c:v>195.43499920685699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109.481846539152</c:v>
                </c:pt>
                <c:pt idx="33">
                  <c:v>109.481846539152</c:v>
                </c:pt>
                <c:pt idx="34">
                  <c:v>109.481846539152</c:v>
                </c:pt>
                <c:pt idx="35">
                  <c:v>109.481846539152</c:v>
                </c:pt>
                <c:pt idx="36">
                  <c:v>118.622428740548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173.01514446625001</c:v>
                </c:pt>
                <c:pt idx="41">
                  <c:v>193.74543289120501</c:v>
                </c:pt>
                <c:pt idx="42">
                  <c:v>193.74543289120501</c:v>
                </c:pt>
                <c:pt idx="43">
                  <c:v>193.74543289120501</c:v>
                </c:pt>
                <c:pt idx="44">
                  <c:v>193.74543289120501</c:v>
                </c:pt>
                <c:pt idx="45">
                  <c:v>193.74543289120501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162.779088834877</c:v>
                </c:pt>
                <c:pt idx="63">
                  <c:v>181.921472783707</c:v>
                </c:pt>
                <c:pt idx="64">
                  <c:v>181.921472783707</c:v>
                </c:pt>
                <c:pt idx="65">
                  <c:v>181.921472783707</c:v>
                </c:pt>
                <c:pt idx="66">
                  <c:v>174.47286319470601</c:v>
                </c:pt>
                <c:pt idx="67">
                  <c:v>174.47286319470601</c:v>
                </c:pt>
                <c:pt idx="68">
                  <c:v>174.47286319470601</c:v>
                </c:pt>
                <c:pt idx="69">
                  <c:v>174.47286319470601</c:v>
                </c:pt>
                <c:pt idx="70">
                  <c:v>174.47286319470601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71A-B842-BA2B-D189EE391AA0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RHcommits_F8_L4_T72!$C$670:$BV$670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E71A-B842-BA2B-D189EE391AA0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RHcommits_F8_L4_T72!$C$671:$BV$671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299.29577464999801</c:v>
                </c:pt>
                <c:pt idx="18">
                  <c:v>299.29577464999801</c:v>
                </c:pt>
                <c:pt idx="19">
                  <c:v>299.295774649995</c:v>
                </c:pt>
                <c:pt idx="20">
                  <c:v>299.295774649995</c:v>
                </c:pt>
                <c:pt idx="21">
                  <c:v>299.295774649995</c:v>
                </c:pt>
                <c:pt idx="22">
                  <c:v>299.295774649995</c:v>
                </c:pt>
                <c:pt idx="23">
                  <c:v>299.295774649995</c:v>
                </c:pt>
                <c:pt idx="24">
                  <c:v>299.295774649995</c:v>
                </c:pt>
                <c:pt idx="25">
                  <c:v>299.295774649995</c:v>
                </c:pt>
                <c:pt idx="26">
                  <c:v>299.295774649995</c:v>
                </c:pt>
                <c:pt idx="27">
                  <c:v>299.295774649995</c:v>
                </c:pt>
                <c:pt idx="28">
                  <c:v>299.295774649995</c:v>
                </c:pt>
                <c:pt idx="29">
                  <c:v>299.295774649995</c:v>
                </c:pt>
                <c:pt idx="30">
                  <c:v>299.295774649995</c:v>
                </c:pt>
                <c:pt idx="31">
                  <c:v>299.295774649995</c:v>
                </c:pt>
                <c:pt idx="32">
                  <c:v>299.295774649995</c:v>
                </c:pt>
                <c:pt idx="33">
                  <c:v>299.295774649995</c:v>
                </c:pt>
                <c:pt idx="34">
                  <c:v>299.295774649995</c:v>
                </c:pt>
                <c:pt idx="35">
                  <c:v>299.295774649995</c:v>
                </c:pt>
                <c:pt idx="36">
                  <c:v>299.295774649995</c:v>
                </c:pt>
                <c:pt idx="37">
                  <c:v>299.295774649995</c:v>
                </c:pt>
                <c:pt idx="38">
                  <c:v>299.295774649995</c:v>
                </c:pt>
                <c:pt idx="39">
                  <c:v>299.295774649995</c:v>
                </c:pt>
                <c:pt idx="40">
                  <c:v>299.295774649995</c:v>
                </c:pt>
                <c:pt idx="41">
                  <c:v>299.29577464999301</c:v>
                </c:pt>
                <c:pt idx="42">
                  <c:v>299.29577464999301</c:v>
                </c:pt>
                <c:pt idx="43">
                  <c:v>299.29577464998999</c:v>
                </c:pt>
                <c:pt idx="44">
                  <c:v>299.29577464998999</c:v>
                </c:pt>
                <c:pt idx="45">
                  <c:v>299.29577464998999</c:v>
                </c:pt>
                <c:pt idx="46">
                  <c:v>299.29577464998999</c:v>
                </c:pt>
                <c:pt idx="47">
                  <c:v>299.29577464998999</c:v>
                </c:pt>
                <c:pt idx="48">
                  <c:v>299.29577464998999</c:v>
                </c:pt>
                <c:pt idx="49">
                  <c:v>299.29577464998999</c:v>
                </c:pt>
                <c:pt idx="50">
                  <c:v>299.29577464998999</c:v>
                </c:pt>
                <c:pt idx="51">
                  <c:v>299.29577464998999</c:v>
                </c:pt>
                <c:pt idx="52">
                  <c:v>299.29577464998999</c:v>
                </c:pt>
                <c:pt idx="53">
                  <c:v>299.29577464998999</c:v>
                </c:pt>
                <c:pt idx="54">
                  <c:v>299.29577464998999</c:v>
                </c:pt>
                <c:pt idx="55">
                  <c:v>299.29577464998999</c:v>
                </c:pt>
                <c:pt idx="56">
                  <c:v>299.29577464998999</c:v>
                </c:pt>
                <c:pt idx="57">
                  <c:v>299.29577464998999</c:v>
                </c:pt>
                <c:pt idx="58">
                  <c:v>299.29577464998999</c:v>
                </c:pt>
                <c:pt idx="59">
                  <c:v>299.29577464998999</c:v>
                </c:pt>
                <c:pt idx="60">
                  <c:v>299.29577464998999</c:v>
                </c:pt>
                <c:pt idx="61">
                  <c:v>299.29577464998999</c:v>
                </c:pt>
                <c:pt idx="62">
                  <c:v>299.29577464998999</c:v>
                </c:pt>
                <c:pt idx="63">
                  <c:v>299.29577464998999</c:v>
                </c:pt>
                <c:pt idx="64">
                  <c:v>299.29577464998999</c:v>
                </c:pt>
                <c:pt idx="65">
                  <c:v>299.29577464998999</c:v>
                </c:pt>
                <c:pt idx="66">
                  <c:v>299.29577464998999</c:v>
                </c:pt>
                <c:pt idx="67">
                  <c:v>299.29577464998999</c:v>
                </c:pt>
                <c:pt idx="68">
                  <c:v>299.29577464998999</c:v>
                </c:pt>
                <c:pt idx="69">
                  <c:v>299.29577464998999</c:v>
                </c:pt>
                <c:pt idx="70">
                  <c:v>299.29577464998999</c:v>
                </c:pt>
                <c:pt idx="71">
                  <c:v>299.29577464998999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E71A-B842-BA2B-D189EE391AA0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RHcommits_F8_L4_T72!$C$672:$BV$672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298.98178316327198</c:v>
                </c:pt>
                <c:pt idx="58">
                  <c:v>298.98178316327198</c:v>
                </c:pt>
                <c:pt idx="59">
                  <c:v>299.29577465</c:v>
                </c:pt>
                <c:pt idx="60">
                  <c:v>304.03018337932701</c:v>
                </c:pt>
                <c:pt idx="61">
                  <c:v>308.24152164685398</c:v>
                </c:pt>
                <c:pt idx="62">
                  <c:v>309.625989802481</c:v>
                </c:pt>
                <c:pt idx="63">
                  <c:v>305.84731801547701</c:v>
                </c:pt>
                <c:pt idx="64">
                  <c:v>304.04407140291801</c:v>
                </c:pt>
                <c:pt idx="65">
                  <c:v>269.59051408286501</c:v>
                </c:pt>
                <c:pt idx="66">
                  <c:v>275.42584716689203</c:v>
                </c:pt>
                <c:pt idx="67">
                  <c:v>286.480765655119</c:v>
                </c:pt>
                <c:pt idx="68">
                  <c:v>296.45724012364599</c:v>
                </c:pt>
                <c:pt idx="69">
                  <c:v>309.16491774067299</c:v>
                </c:pt>
                <c:pt idx="70">
                  <c:v>301.30058757922501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E71A-B842-BA2B-D189EE391AA0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RHcommits_F8_L4_T72!$C$673:$BV$673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E71A-B842-BA2B-D189EE391AA0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RHcommits_F8_L4_T72!$C$674:$BV$674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E71A-B842-BA2B-D189EE391AA0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RHcommits_F8_L4_T72!$C$675:$BV$675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E71A-B842-BA2B-D189EE391AA0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RHcommits_F8_L4_T72!$C$676:$BV$676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E71A-B842-BA2B-D189EE391AA0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RHcommits_F8_L4_T72!$C$677:$BV$677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37.2456963999999</c:v>
                </c:pt>
                <c:pt idx="10">
                  <c:v>4.2846945856118497</c:v>
                </c:pt>
                <c:pt idx="11">
                  <c:v>4.2846945856118497</c:v>
                </c:pt>
                <c:pt idx="12">
                  <c:v>41.995962190611799</c:v>
                </c:pt>
                <c:pt idx="13">
                  <c:v>41.995962190611799</c:v>
                </c:pt>
                <c:pt idx="14">
                  <c:v>47.299089955028499</c:v>
                </c:pt>
                <c:pt idx="15">
                  <c:v>83.802816899999996</c:v>
                </c:pt>
                <c:pt idx="16">
                  <c:v>84.694141710529493</c:v>
                </c:pt>
                <c:pt idx="17">
                  <c:v>84.694141710529493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47.978951702935298</c:v>
                </c:pt>
                <c:pt idx="34">
                  <c:v>47.978951702935298</c:v>
                </c:pt>
                <c:pt idx="35">
                  <c:v>51.9812852192603</c:v>
                </c:pt>
                <c:pt idx="36">
                  <c:v>80.453090706797894</c:v>
                </c:pt>
                <c:pt idx="37">
                  <c:v>80.453090706797894</c:v>
                </c:pt>
                <c:pt idx="38">
                  <c:v>96.300450489582801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48.726904350673998</c:v>
                </c:pt>
                <c:pt idx="57">
                  <c:v>50.127177285047303</c:v>
                </c:pt>
                <c:pt idx="58">
                  <c:v>74.215811137267906</c:v>
                </c:pt>
                <c:pt idx="59">
                  <c:v>83.802816899999996</c:v>
                </c:pt>
                <c:pt idx="60">
                  <c:v>107.126216373706</c:v>
                </c:pt>
                <c:pt idx="61">
                  <c:v>144.83748397870599</c:v>
                </c:pt>
                <c:pt idx="62">
                  <c:v>153.63802707605299</c:v>
                </c:pt>
                <c:pt idx="63">
                  <c:v>153.63802707605299</c:v>
                </c:pt>
                <c:pt idx="64">
                  <c:v>153.63802707605299</c:v>
                </c:pt>
                <c:pt idx="65">
                  <c:v>153.63802707605299</c:v>
                </c:pt>
                <c:pt idx="66">
                  <c:v>153.63802707605299</c:v>
                </c:pt>
                <c:pt idx="67">
                  <c:v>127.652437696186</c:v>
                </c:pt>
                <c:pt idx="68">
                  <c:v>127.652437696186</c:v>
                </c:pt>
                <c:pt idx="69">
                  <c:v>127.652437696186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E71A-B842-BA2B-D189EE391AA0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RHcommits_F8_L4_T72!$C$678:$BV$678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89.4003257120184</c:v>
                </c:pt>
                <c:pt idx="9">
                  <c:v>89.4003257120184</c:v>
                </c:pt>
                <c:pt idx="10">
                  <c:v>89.4003257120184</c:v>
                </c:pt>
                <c:pt idx="11">
                  <c:v>89.4003257120184</c:v>
                </c:pt>
                <c:pt idx="12">
                  <c:v>89.4003257120184</c:v>
                </c:pt>
                <c:pt idx="13">
                  <c:v>89.4003257120184</c:v>
                </c:pt>
                <c:pt idx="14">
                  <c:v>85.184053292426995</c:v>
                </c:pt>
                <c:pt idx="15">
                  <c:v>83.802816899999996</c:v>
                </c:pt>
                <c:pt idx="16">
                  <c:v>81.995308386460806</c:v>
                </c:pt>
                <c:pt idx="17">
                  <c:v>82.298316648810896</c:v>
                </c:pt>
                <c:pt idx="18">
                  <c:v>85.542287986206802</c:v>
                </c:pt>
                <c:pt idx="19">
                  <c:v>88.020572837290601</c:v>
                </c:pt>
                <c:pt idx="20">
                  <c:v>89.000656281803899</c:v>
                </c:pt>
                <c:pt idx="21">
                  <c:v>88.384943179923994</c:v>
                </c:pt>
                <c:pt idx="22">
                  <c:v>88.384943179923994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85.259185513118297</c:v>
                </c:pt>
                <c:pt idx="33">
                  <c:v>86.245626974133302</c:v>
                </c:pt>
                <c:pt idx="34">
                  <c:v>85.804805742486593</c:v>
                </c:pt>
                <c:pt idx="35">
                  <c:v>85.664795814242794</c:v>
                </c:pt>
                <c:pt idx="36">
                  <c:v>84.605182407949499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84.617814893128497</c:v>
                </c:pt>
                <c:pt idx="43">
                  <c:v>84.617814893128497</c:v>
                </c:pt>
                <c:pt idx="44">
                  <c:v>84.224062349777697</c:v>
                </c:pt>
                <c:pt idx="45">
                  <c:v>84.224062349777697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E71A-B842-BA2B-D189EE391AA0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RHcommits_F8_L4_T72!$C$679:$BV$679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94.319401689491301</c:v>
                </c:pt>
                <c:pt idx="18">
                  <c:v>94.319401689491301</c:v>
                </c:pt>
                <c:pt idx="19">
                  <c:v>94.319401689491301</c:v>
                </c:pt>
                <c:pt idx="20">
                  <c:v>94.319401689491301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88.225743348555497</c:v>
                </c:pt>
                <c:pt idx="38">
                  <c:v>107.081377155555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95.320461874546993</c:v>
                </c:pt>
                <c:pt idx="61">
                  <c:v>101.245126613501</c:v>
                </c:pt>
                <c:pt idx="62">
                  <c:v>120.100760420501</c:v>
                </c:pt>
                <c:pt idx="63">
                  <c:v>138.95639422750099</c:v>
                </c:pt>
                <c:pt idx="64">
                  <c:v>138.95639422750099</c:v>
                </c:pt>
                <c:pt idx="65">
                  <c:v>153.63849766666601</c:v>
                </c:pt>
                <c:pt idx="66">
                  <c:v>153.63849766666601</c:v>
                </c:pt>
                <c:pt idx="67">
                  <c:v>130.35993741111099</c:v>
                </c:pt>
                <c:pt idx="68">
                  <c:v>130.35993741111099</c:v>
                </c:pt>
                <c:pt idx="69">
                  <c:v>107.081377155555</c:v>
                </c:pt>
                <c:pt idx="70">
                  <c:v>107.081377155555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E71A-B842-BA2B-D189EE391AA0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RHcommits_F8_L4_T72!$C$680:$BV$680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E71A-B842-BA2B-D189EE391AA0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RHcommits_F8_L4_T72!$C$681:$BV$681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E71A-B842-BA2B-D189EE391AA0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RHcommits_F8_L4_T72!$C$682:$BV$682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E71A-B842-BA2B-D189EE391A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54044848"/>
        <c:axId val="384924736"/>
      </c:lineChart>
      <c:catAx>
        <c:axId val="125404484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84924736"/>
        <c:crosses val="autoZero"/>
        <c:auto val="1"/>
        <c:lblAlgn val="ctr"/>
        <c:lblOffset val="100"/>
        <c:noMultiLvlLbl val="0"/>
      </c:catAx>
      <c:valAx>
        <c:axId val="384924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40448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RH sol, T = 12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RHcommits_F8_L4_T12!$C$665:$C$682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149.04134156368099</c:v>
                </c:pt>
                <c:pt idx="4">
                  <c:v>94.222743844444395</c:v>
                </c:pt>
                <c:pt idx="5">
                  <c:v>149.64788730000001</c:v>
                </c:pt>
                <c:pt idx="6">
                  <c:v>299.29577465</c:v>
                </c:pt>
                <c:pt idx="7">
                  <c:v>284.02616030521801</c:v>
                </c:pt>
                <c:pt idx="8">
                  <c:v>299.29577465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60.524256644444399</c:v>
                </c:pt>
                <c:pt idx="12">
                  <c:v>83.802816899999996</c:v>
                </c:pt>
                <c:pt idx="13">
                  <c:v>80.043732021333696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52.764736566666599</c:v>
                </c:pt>
                <c:pt idx="17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632-9F49-8230-4D690222A9EA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RHcommits_F8_L4_T12!$D$665:$D$682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114.311340973681</c:v>
                </c:pt>
                <c:pt idx="4">
                  <c:v>92.753605646339395</c:v>
                </c:pt>
                <c:pt idx="5">
                  <c:v>149.64788730000001</c:v>
                </c:pt>
                <c:pt idx="6">
                  <c:v>299.29577465</c:v>
                </c:pt>
                <c:pt idx="7">
                  <c:v>270.20777530710302</c:v>
                </c:pt>
                <c:pt idx="8">
                  <c:v>299.29577465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60.524256644444399</c:v>
                </c:pt>
                <c:pt idx="12">
                  <c:v>83.802816899999996</c:v>
                </c:pt>
                <c:pt idx="13">
                  <c:v>75.994790321824397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52.764736566666599</c:v>
                </c:pt>
                <c:pt idx="17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632-9F49-8230-4D690222A9EA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RHcommits_F8_L4_T12!$E$665:$E$682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113.69234385920799</c:v>
                </c:pt>
                <c:pt idx="4">
                  <c:v>92.753605646339395</c:v>
                </c:pt>
                <c:pt idx="5">
                  <c:v>149.64788730000001</c:v>
                </c:pt>
                <c:pt idx="6">
                  <c:v>299.29577465</c:v>
                </c:pt>
                <c:pt idx="7">
                  <c:v>258.502538007878</c:v>
                </c:pt>
                <c:pt idx="8">
                  <c:v>299.29577465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46.557120511111101</c:v>
                </c:pt>
                <c:pt idx="12">
                  <c:v>50.474043357781198</c:v>
                </c:pt>
                <c:pt idx="13">
                  <c:v>71.979830969038105</c:v>
                </c:pt>
                <c:pt idx="14">
                  <c:v>69.835680766666599</c:v>
                </c:pt>
                <c:pt idx="15">
                  <c:v>83.802816899999996</c:v>
                </c:pt>
                <c:pt idx="16">
                  <c:v>31.038080333333301</c:v>
                </c:pt>
                <c:pt idx="17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632-9F49-8230-4D690222A9EA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RHcommits_F8_L4_T12!$F$665:$F$682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94.222743844444395</c:v>
                </c:pt>
                <c:pt idx="2">
                  <c:v>149.64788730000001</c:v>
                </c:pt>
                <c:pt idx="3">
                  <c:v>78.206033674763901</c:v>
                </c:pt>
                <c:pt idx="4">
                  <c:v>92.753605646339395</c:v>
                </c:pt>
                <c:pt idx="5">
                  <c:v>149.64788730000001</c:v>
                </c:pt>
                <c:pt idx="6">
                  <c:v>299.29577465</c:v>
                </c:pt>
                <c:pt idx="7">
                  <c:v>245.73366972643001</c:v>
                </c:pt>
                <c:pt idx="8">
                  <c:v>299.29577465</c:v>
                </c:pt>
                <c:pt idx="9">
                  <c:v>45.042045653743202</c:v>
                </c:pt>
                <c:pt idx="10">
                  <c:v>83.802816899999996</c:v>
                </c:pt>
                <c:pt idx="11">
                  <c:v>46.557120511111101</c:v>
                </c:pt>
                <c:pt idx="12">
                  <c:v>3.91692285778125</c:v>
                </c:pt>
                <c:pt idx="13">
                  <c:v>67.831331365519304</c:v>
                </c:pt>
                <c:pt idx="14">
                  <c:v>46.557120511111101</c:v>
                </c:pt>
                <c:pt idx="15">
                  <c:v>83.802816899999996</c:v>
                </c:pt>
                <c:pt idx="16">
                  <c:v>31.038080333333301</c:v>
                </c:pt>
                <c:pt idx="17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632-9F49-8230-4D690222A9EA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RHcommits_F8_L4_T12!$G$665:$G$682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55.425143455555499</c:v>
                </c:pt>
                <c:pt idx="2">
                  <c:v>108.079029711111</c:v>
                </c:pt>
                <c:pt idx="3">
                  <c:v>77.618855943632795</c:v>
                </c:pt>
                <c:pt idx="4">
                  <c:v>78.526658709108602</c:v>
                </c:pt>
                <c:pt idx="5">
                  <c:v>149.64788730000001</c:v>
                </c:pt>
                <c:pt idx="6">
                  <c:v>299.29577465</c:v>
                </c:pt>
                <c:pt idx="7">
                  <c:v>233.24086523720399</c:v>
                </c:pt>
                <c:pt idx="8">
                  <c:v>246.25450582295599</c:v>
                </c:pt>
                <c:pt idx="9">
                  <c:v>0</c:v>
                </c:pt>
                <c:pt idx="10">
                  <c:v>83.802816899999996</c:v>
                </c:pt>
                <c:pt idx="11">
                  <c:v>23.278560255555501</c:v>
                </c:pt>
                <c:pt idx="12">
                  <c:v>3.91692285778125</c:v>
                </c:pt>
                <c:pt idx="13">
                  <c:v>63.618343321153901</c:v>
                </c:pt>
                <c:pt idx="14">
                  <c:v>23.278560255555501</c:v>
                </c:pt>
                <c:pt idx="15">
                  <c:v>83.802816899999996</c:v>
                </c:pt>
                <c:pt idx="16">
                  <c:v>31.038080333333301</c:v>
                </c:pt>
                <c:pt idx="17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632-9F49-8230-4D690222A9EA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RHcommits_F8_L4_T12!$H$665:$H$682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55.425143455555499</c:v>
                </c:pt>
                <c:pt idx="2">
                  <c:v>66.510172122222201</c:v>
                </c:pt>
                <c:pt idx="3">
                  <c:v>75.3908248820686</c:v>
                </c:pt>
                <c:pt idx="4">
                  <c:v>23.101515253553</c:v>
                </c:pt>
                <c:pt idx="5">
                  <c:v>149.64788730000001</c:v>
                </c:pt>
                <c:pt idx="6">
                  <c:v>299.29577465</c:v>
                </c:pt>
                <c:pt idx="7">
                  <c:v>221.32866071131099</c:v>
                </c:pt>
                <c:pt idx="8">
                  <c:v>246.25450582295599</c:v>
                </c:pt>
                <c:pt idx="9">
                  <c:v>0</c:v>
                </c:pt>
                <c:pt idx="10">
                  <c:v>83.802816899999996</c:v>
                </c:pt>
                <c:pt idx="11">
                  <c:v>23.278560255555501</c:v>
                </c:pt>
                <c:pt idx="12">
                  <c:v>3.91692285778125</c:v>
                </c:pt>
                <c:pt idx="13">
                  <c:v>60.149081062928701</c:v>
                </c:pt>
                <c:pt idx="14">
                  <c:v>23.278560255555501</c:v>
                </c:pt>
                <c:pt idx="15">
                  <c:v>83.802816899999996</c:v>
                </c:pt>
                <c:pt idx="16">
                  <c:v>31.038080333333301</c:v>
                </c:pt>
                <c:pt idx="17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632-9F49-8230-4D690222A9EA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RHcommits_F8_L4_T12!$I$665:$I$682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55.425143455555499</c:v>
                </c:pt>
                <c:pt idx="2">
                  <c:v>66.510172122222201</c:v>
                </c:pt>
                <c:pt idx="3">
                  <c:v>70.142916719846198</c:v>
                </c:pt>
                <c:pt idx="4">
                  <c:v>23.101515253553099</c:v>
                </c:pt>
                <c:pt idx="5">
                  <c:v>147.71900760561201</c:v>
                </c:pt>
                <c:pt idx="6">
                  <c:v>299.29577465</c:v>
                </c:pt>
                <c:pt idx="7">
                  <c:v>207.28466724208499</c:v>
                </c:pt>
                <c:pt idx="8">
                  <c:v>246.25450582295599</c:v>
                </c:pt>
                <c:pt idx="9">
                  <c:v>0</c:v>
                </c:pt>
                <c:pt idx="10">
                  <c:v>62.076160666666603</c:v>
                </c:pt>
                <c:pt idx="11">
                  <c:v>0</c:v>
                </c:pt>
                <c:pt idx="12">
                  <c:v>0</c:v>
                </c:pt>
                <c:pt idx="13">
                  <c:v>56.740042758561799</c:v>
                </c:pt>
                <c:pt idx="14">
                  <c:v>23.278560255555501</c:v>
                </c:pt>
                <c:pt idx="15">
                  <c:v>83.802816899999996</c:v>
                </c:pt>
                <c:pt idx="16">
                  <c:v>0</c:v>
                </c:pt>
                <c:pt idx="17">
                  <c:v>60.524256644444399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632-9F49-8230-4D690222A9EA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RHcommits_F8_L4_T12!$J$665:$J$682</c:f>
              <c:numCache>
                <c:formatCode>General</c:formatCode>
                <c:ptCount val="18"/>
                <c:pt idx="0">
                  <c:v>149.64788730000001</c:v>
                </c:pt>
                <c:pt idx="1">
                  <c:v>55.425143455555499</c:v>
                </c:pt>
                <c:pt idx="2">
                  <c:v>66.510172122222201</c:v>
                </c:pt>
                <c:pt idx="3">
                  <c:v>37.874836415401802</c:v>
                </c:pt>
                <c:pt idx="4">
                  <c:v>0</c:v>
                </c:pt>
                <c:pt idx="5">
                  <c:v>145.584522871979</c:v>
                </c:pt>
                <c:pt idx="6">
                  <c:v>299.29577465</c:v>
                </c:pt>
                <c:pt idx="7">
                  <c:v>194.78122983952599</c:v>
                </c:pt>
                <c:pt idx="8">
                  <c:v>246.25450582295599</c:v>
                </c:pt>
                <c:pt idx="9">
                  <c:v>0</c:v>
                </c:pt>
                <c:pt idx="10">
                  <c:v>62.076160666666603</c:v>
                </c:pt>
                <c:pt idx="11">
                  <c:v>0</c:v>
                </c:pt>
                <c:pt idx="12">
                  <c:v>0</c:v>
                </c:pt>
                <c:pt idx="13">
                  <c:v>53.791594400732102</c:v>
                </c:pt>
                <c:pt idx="14">
                  <c:v>0</c:v>
                </c:pt>
                <c:pt idx="15">
                  <c:v>37.2456963999999</c:v>
                </c:pt>
                <c:pt idx="16">
                  <c:v>0</c:v>
                </c:pt>
                <c:pt idx="17">
                  <c:v>60.524256644444399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632-9F49-8230-4D690222A9EA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RHcommits_F8_L4_T12!$K$665:$K$682</c:f>
              <c:numCache>
                <c:formatCode>General</c:formatCode>
                <c:ptCount val="18"/>
                <c:pt idx="0">
                  <c:v>83.137715177777693</c:v>
                </c:pt>
                <c:pt idx="1">
                  <c:v>55.425143455555499</c:v>
                </c:pt>
                <c:pt idx="2">
                  <c:v>24.941314533333301</c:v>
                </c:pt>
                <c:pt idx="3">
                  <c:v>36.191719032704398</c:v>
                </c:pt>
                <c:pt idx="4">
                  <c:v>0</c:v>
                </c:pt>
                <c:pt idx="5">
                  <c:v>143.38504347517099</c:v>
                </c:pt>
                <c:pt idx="6">
                  <c:v>184.75124866586</c:v>
                </c:pt>
                <c:pt idx="7">
                  <c:v>180.49970480363399</c:v>
                </c:pt>
                <c:pt idx="8">
                  <c:v>246.25450582295599</c:v>
                </c:pt>
                <c:pt idx="9">
                  <c:v>0</c:v>
                </c:pt>
                <c:pt idx="10">
                  <c:v>62.076160666666603</c:v>
                </c:pt>
                <c:pt idx="11">
                  <c:v>0</c:v>
                </c:pt>
                <c:pt idx="12">
                  <c:v>0</c:v>
                </c:pt>
                <c:pt idx="13">
                  <c:v>50.755394961011397</c:v>
                </c:pt>
                <c:pt idx="14">
                  <c:v>0</c:v>
                </c:pt>
                <c:pt idx="15">
                  <c:v>37.2456963999999</c:v>
                </c:pt>
                <c:pt idx="16">
                  <c:v>0</c:v>
                </c:pt>
                <c:pt idx="17">
                  <c:v>46.557120511111101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7632-9F49-8230-4D690222A9EA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RHcommits_F8_L4_T12!$L$665:$L$682</c:f>
              <c:numCache>
                <c:formatCode>General</c:formatCode>
                <c:ptCount val="18"/>
                <c:pt idx="0">
                  <c:v>83.137715177777693</c:v>
                </c:pt>
                <c:pt idx="1">
                  <c:v>55.425143455555499</c:v>
                </c:pt>
                <c:pt idx="2">
                  <c:v>0</c:v>
                </c:pt>
                <c:pt idx="3">
                  <c:v>5.9538203446396603</c:v>
                </c:pt>
                <c:pt idx="4">
                  <c:v>0</c:v>
                </c:pt>
                <c:pt idx="5">
                  <c:v>141.084238968412</c:v>
                </c:pt>
                <c:pt idx="6">
                  <c:v>184.75124866586</c:v>
                </c:pt>
                <c:pt idx="7">
                  <c:v>161.951277721075</c:v>
                </c:pt>
                <c:pt idx="8">
                  <c:v>163.11679064517901</c:v>
                </c:pt>
                <c:pt idx="9">
                  <c:v>0</c:v>
                </c:pt>
                <c:pt idx="10">
                  <c:v>62.076160666666603</c:v>
                </c:pt>
                <c:pt idx="11">
                  <c:v>0</c:v>
                </c:pt>
                <c:pt idx="12">
                  <c:v>0</c:v>
                </c:pt>
                <c:pt idx="13">
                  <c:v>46.668849821559</c:v>
                </c:pt>
                <c:pt idx="14">
                  <c:v>0</c:v>
                </c:pt>
                <c:pt idx="15">
                  <c:v>37.2456963999999</c:v>
                </c:pt>
                <c:pt idx="16">
                  <c:v>0</c:v>
                </c:pt>
                <c:pt idx="17">
                  <c:v>46.557120511111101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7632-9F49-8230-4D690222A9EA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RHcommits_F8_L4_T12!$M$665:$M$682</c:f>
              <c:numCache>
                <c:formatCode>General</c:formatCode>
                <c:ptCount val="18"/>
                <c:pt idx="0">
                  <c:v>83.137715177777693</c:v>
                </c:pt>
                <c:pt idx="1">
                  <c:v>55.425143455555499</c:v>
                </c:pt>
                <c:pt idx="2">
                  <c:v>0</c:v>
                </c:pt>
                <c:pt idx="3">
                  <c:v>4.1601110500000296</c:v>
                </c:pt>
                <c:pt idx="4">
                  <c:v>0</c:v>
                </c:pt>
                <c:pt idx="5">
                  <c:v>138.479998079941</c:v>
                </c:pt>
                <c:pt idx="6">
                  <c:v>138.40018798413999</c:v>
                </c:pt>
                <c:pt idx="7">
                  <c:v>55.380109851874899</c:v>
                </c:pt>
                <c:pt idx="8">
                  <c:v>81.553589025922193</c:v>
                </c:pt>
                <c:pt idx="9">
                  <c:v>0</c:v>
                </c:pt>
                <c:pt idx="10">
                  <c:v>31.038080333333301</c:v>
                </c:pt>
                <c:pt idx="11">
                  <c:v>0</c:v>
                </c:pt>
                <c:pt idx="12">
                  <c:v>0</c:v>
                </c:pt>
                <c:pt idx="13">
                  <c:v>41.212250271388598</c:v>
                </c:pt>
                <c:pt idx="14">
                  <c:v>0</c:v>
                </c:pt>
                <c:pt idx="15">
                  <c:v>37.2456963999999</c:v>
                </c:pt>
                <c:pt idx="16">
                  <c:v>0</c:v>
                </c:pt>
                <c:pt idx="17">
                  <c:v>23.278560255555501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7632-9F49-8230-4D690222A9EA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RHcommits_F8_L4_T12!$N$665:$N$682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135.79196801953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35.929908186276897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7632-9F49-8230-4D690222A9E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5981744"/>
        <c:axId val="368001168"/>
      </c:lineChart>
      <c:catAx>
        <c:axId val="4598174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68001168"/>
        <c:crosses val="autoZero"/>
        <c:auto val="1"/>
        <c:lblAlgn val="ctr"/>
        <c:lblOffset val="100"/>
        <c:noMultiLvlLbl val="0"/>
      </c:catAx>
      <c:valAx>
        <c:axId val="368001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5981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A62F-FA8E-84A1-EDD0-F508CE2A9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D9954-5A5F-A6D5-65B4-2BA67F1BE0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915CB-368E-0204-FF75-71B868DE0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D5A45-62B9-4723-30D8-07B70B518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57437-4572-0AB5-BBEC-53032D27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865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C0A31-D662-DDA2-922F-E720C32BB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5118F-9D63-CB05-3139-B4311DAFA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CF71-2531-F0B5-4275-04D803D10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01E0A-7ABC-6BA7-94F6-7CACD22D9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07605-2D89-6EA5-6A16-EC0D394A6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63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A98BE-5247-3BEA-DBD8-1FE043F7E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AB5B0-E199-9AD0-0BD6-6A9324889B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34550-F995-C263-404A-ED1ADBA73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E3680-9544-CC45-EEE4-416C433AC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DD0B3-662B-6290-655C-6BA2C4587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705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F379B-703A-9035-F8B3-7EECDD15D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7A70-3736-501A-1B15-A6B85F8EB0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69560C-5638-245A-5A49-484586B363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656BF-64E6-9C0B-F4AE-9732E6554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40B11-D738-087A-2D77-C84C7A73C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B0C3F-2F88-A376-58CB-4EEE5444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072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9DF1-E874-CD1B-1B89-30BD41403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A9E38-8D4E-EEDC-4E29-E794F5711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E36FE-AB4D-3DD1-1288-A8AD62F36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B81057-6490-40D7-8E01-BC81B91303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02FEA9-59E6-5B0D-B404-A331CEC05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9355A8-0FC2-86DA-31F7-39859E474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FEEFB1-3E57-051A-8FD4-0633EDE7C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E7DD2A-C247-7593-0A8C-83482E85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2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FDA3E-EBED-C82F-ADD0-8119231E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0ABC4E-F3A2-48FA-B180-69A2C145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FC0417-FD94-0E54-B348-C3CBF80BF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6AB3A2-DBE3-7C77-F2B3-DC51F762C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7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3243-A10B-858E-EF26-6C05A09B1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F3BB6D-1C7D-D394-D4A3-1E6D88AE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7BFE0-5385-5506-477A-42EBC2C4E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3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09620-023D-1765-CDDC-6DCBB559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05A5F-4C54-5031-207E-3D3B49FF1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C4054-548A-461A-2FBA-BC196D1A4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0E06E-5A60-9345-5A70-6E02F009F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93C4A-8BA9-7149-7BB5-7669634E9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1F0C2-C923-9AD6-38C0-2D2D49B9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904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0B66C-EB14-1494-D519-485EA5078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9AED60-E1C0-761D-A648-A7979EE9B6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6A37A7-4187-10E8-82F3-EDE50A1A3F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073F0-2AB8-72E0-14D2-947B266E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E296E-6DBD-C389-6ED9-5C850E75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D49B3-5E6B-08CB-EF2A-E0BA8CCB2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72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60C0-67FB-44FF-AF82-05863D13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4DBE4C-516A-2A65-7437-9423CC5B9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4ACD8-451F-5904-C5FB-29D4B59DB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51D4F-305A-DB5D-5E9F-74084FE5E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8C734-9A22-CA29-489B-7DC6C61DB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0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5C72B6-E7DC-43EB-5871-4522C0F21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032677-9354-B4F7-BE40-F07DB9A7F1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C0FED-0ED4-2951-7D26-38E0CB71F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72B0E-5215-E1F9-52AC-910CB15E1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BA4E3-FCC0-AAE0-3AF4-5E71E2B7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6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62DEFD-1822-0EB9-403A-50AB9280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D90B7-1DFB-4601-80EA-F5B3645E1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1FEB4-C3AF-CB9B-3FDF-4AD5AD6C8B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C747F-11A5-1D67-BB87-661AB108C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8390C-23D5-D276-E469-06BB7FCD7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78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D4DCD59-31C1-13E5-8105-CCC4E7D744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82460816"/>
              </p:ext>
            </p:extLst>
          </p:nvPr>
        </p:nvGraphicFramePr>
        <p:xfrm>
          <a:off x="525164" y="898954"/>
          <a:ext cx="5146872" cy="4575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27D58868-06F4-6346-59FF-F948388716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3411101"/>
              </p:ext>
            </p:extLst>
          </p:nvPr>
        </p:nvGraphicFramePr>
        <p:xfrm>
          <a:off x="6519963" y="793964"/>
          <a:ext cx="5146873" cy="47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2634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25CFA29-D8F6-BA2E-E4F6-77DD57CCFCD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7393736"/>
              </p:ext>
            </p:extLst>
          </p:nvPr>
        </p:nvGraphicFramePr>
        <p:xfrm>
          <a:off x="405541" y="694897"/>
          <a:ext cx="4949395" cy="532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2E1906D3-9327-C93B-633B-81FA1635EC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460718"/>
              </p:ext>
            </p:extLst>
          </p:nvPr>
        </p:nvGraphicFramePr>
        <p:xfrm>
          <a:off x="6264876" y="593125"/>
          <a:ext cx="4949396" cy="54263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230014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A967502-496A-1294-1370-EC1D1F34243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4724145"/>
              </p:ext>
            </p:extLst>
          </p:nvPr>
        </p:nvGraphicFramePr>
        <p:xfrm>
          <a:off x="1062853" y="455313"/>
          <a:ext cx="5832217" cy="56261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3007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37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Veronica Diaz Pacheco</dc:creator>
  <cp:lastModifiedBy>Veronica Diaz Pacheco</cp:lastModifiedBy>
  <cp:revision>1</cp:revision>
  <dcterms:created xsi:type="dcterms:W3CDTF">2025-11-06T18:35:23Z</dcterms:created>
  <dcterms:modified xsi:type="dcterms:W3CDTF">2025-11-06T19:27:05Z</dcterms:modified>
</cp:coreProperties>
</file>