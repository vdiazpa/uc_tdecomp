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0" r:id="rId4"/>
    <p:sldId id="263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537"/>
    <p:restoredTop sz="94660"/>
  </p:normalViewPr>
  <p:slideViewPr>
    <p:cSldViewPr snapToGrid="0">
      <p:cViewPr>
        <p:scale>
          <a:sx n="87" d="100"/>
          <a:sy n="87" d="100"/>
        </p:scale>
        <p:origin x="640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18-3747-AB4E-4D837A191DEB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18-3747-AB4E-4D837A191DEB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18-3747-AB4E-4D837A191DEB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E18-3747-AB4E-4D837A191DEB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E18-3747-AB4E-4D837A191DEB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E18-3747-AB4E-4D837A191DEB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E18-3747-AB4E-4D837A191DEB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E18-3747-AB4E-4D837A191DEB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5E18-3747-AB4E-4D837A191DEB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5E18-3747-AB4E-4D837A191DEB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5E18-3747-AB4E-4D837A191DEB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5E18-3747-AB4E-4D837A191DEB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5E18-3747-AB4E-4D837A191DEB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5E18-3747-AB4E-4D837A191DEB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5E18-3747-AB4E-4D837A191DEB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5E18-3747-AB4E-4D837A191DEB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5E18-3747-AB4E-4D837A191DEB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5E18-3747-AB4E-4D837A191D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AD1-F64F-A385-771E5A1DCAD4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AD1-F64F-A385-771E5A1DCAD4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AD1-F64F-A385-771E5A1DCAD4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AD1-F64F-A385-771E5A1DCAD4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AD1-F64F-A385-771E5A1DCAD4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AD1-F64F-A385-771E5A1DCAD4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AD1-F64F-A385-771E5A1DCAD4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DAD1-F64F-A385-771E5A1DCAD4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DAD1-F64F-A385-771E5A1DCAD4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DAD1-F64F-A385-771E5A1DCAD4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DAD1-F64F-A385-771E5A1DCAD4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DAD1-F64F-A385-771E5A1DCAD4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DAD1-F64F-A385-771E5A1DCAD4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DAD1-F64F-A385-771E5A1DCAD4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DAD1-F64F-A385-771E5A1DCAD4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DAD1-F64F-A385-771E5A1DCAD4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DAD1-F64F-A385-771E5A1DCAD4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DAD1-F64F-A385-771E5A1DCA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BA-734D-AB49-7F2B226B9ECD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BA-734D-AB49-7F2B226B9ECD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BA-734D-AB49-7F2B226B9ECD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BA-734D-AB49-7F2B226B9ECD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BA-734D-AB49-7F2B226B9ECD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BA-734D-AB49-7F2B226B9ECD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BA-734D-AB49-7F2B226B9ECD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BA-734D-AB49-7F2B226B9ECD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13BA-734D-AB49-7F2B226B9ECD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13BA-734D-AB49-7F2B226B9ECD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13BA-734D-AB49-7F2B226B9ECD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13BA-734D-AB49-7F2B226B9ECD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13BA-734D-AB49-7F2B226B9ECD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13BA-734D-AB49-7F2B226B9ECD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13BA-734D-AB49-7F2B226B9ECD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3BA-734D-AB49-7F2B226B9ECD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13BA-734D-AB49-7F2B226B9ECD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3BA-734D-AB49-7F2B226B9E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BF650A-F2B7-3A46-BE4B-87E5118A3E68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B94238-1D00-6548-98DB-3FFEAA5C8D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17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A62F-FA8E-84A1-EDD0-F508CE2A9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D9954-5A5F-A6D5-65B4-2BA67F1BE0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915CB-368E-0204-FF75-71B868DE0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D5A45-62B9-4723-30D8-07B70B51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57437-4572-0AB5-BBEC-53032D27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865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0A31-D662-DDA2-922F-E720C32BB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5118F-9D63-CB05-3139-B4311DAFA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CF71-2531-F0B5-4275-04D803D10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01E0A-7ABC-6BA7-94F6-7CACD22D9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07605-2D89-6EA5-6A16-EC0D394A6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63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A98BE-5247-3BEA-DBD8-1FE043F7E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AB5B0-E199-9AD0-0BD6-6A9324889B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34550-F995-C263-404A-ED1ADBA73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E3680-9544-CC45-EEE4-416C433AC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DD0B3-662B-6290-655C-6BA2C4587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705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F379B-703A-9035-F8B3-7EECDD15D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7A70-3736-501A-1B15-A6B85F8EB0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69560C-5638-245A-5A49-484586B363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656BF-64E6-9C0B-F4AE-9732E6554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40B11-D738-087A-2D77-C84C7A73C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B0C3F-2F88-A376-58CB-4EEE5444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072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9DF1-E874-CD1B-1B89-30BD41403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A9E38-8D4E-EEDC-4E29-E794F5711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E36FE-AB4D-3DD1-1288-A8AD62F36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B81057-6490-40D7-8E01-BC81B91303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02FEA9-59E6-5B0D-B404-A331CEC05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9355A8-0FC2-86DA-31F7-39859E474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FEEFB1-3E57-051A-8FD4-0633EDE7C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E7DD2A-C247-7593-0A8C-83482E85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FDA3E-EBED-C82F-ADD0-8119231E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0ABC4E-F3A2-48FA-B180-69A2C145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FC0417-FD94-0E54-B348-C3CBF80BF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6AB3A2-DBE3-7C77-F2B3-DC51F762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7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3243-A10B-858E-EF26-6C05A09B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F3BB6D-1C7D-D394-D4A3-1E6D88AE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7BFE0-5385-5506-477A-42EBC2C4E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3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9620-023D-1765-CDDC-6DCBB559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05A5F-4C54-5031-207E-3D3B49FF1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4054-548A-461A-2FBA-BC196D1A4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0E06E-5A60-9345-5A70-6E02F009F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93C4A-8BA9-7149-7BB5-7669634E9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1F0C2-C923-9AD6-38C0-2D2D49B9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904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0B66C-EB14-1494-D519-485EA5078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9AED60-E1C0-761D-A648-A7979EE9B6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6A37A7-4187-10E8-82F3-EDE50A1A3F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073F0-2AB8-72E0-14D2-947B266E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E296E-6DBD-C389-6ED9-5C850E75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D49B3-5E6B-08CB-EF2A-E0BA8CCB2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72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60C0-67FB-44FF-AF82-05863D13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4DBE4C-516A-2A65-7437-9423CC5B9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4ACD8-451F-5904-C5FB-29D4B59DB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51D4F-305A-DB5D-5E9F-74084FE5E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8C734-9A22-CA29-489B-7DC6C61DB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C72B6-E7DC-43EB-5871-4522C0F21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032677-9354-B4F7-BE40-F07DB9A7F1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C0FED-0ED4-2951-7D26-38E0CB71F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72B0E-5215-E1F9-52AC-910CB15E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BA4E3-FCC0-AAE0-3AF4-5E71E2B7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6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62DEFD-1822-0EB9-403A-50AB9280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D90B7-1DFB-4601-80EA-F5B3645E1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1FEB4-C3AF-CB9B-3FDF-4AD5AD6C8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33524-611C-A54C-966A-1460D708790B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C747F-11A5-1D67-BB87-661AB108C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8390C-23D5-D276-E469-06BB7FCD7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78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7D58868-06F4-6346-59FF-F948388716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3411101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33E9DD4-D82C-70EF-D70A-37B79B6C1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08" y="1189905"/>
            <a:ext cx="5995492" cy="447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4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FC7EB4-D069-2568-FC6C-25EC40ACD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30" y="1264625"/>
            <a:ext cx="5665570" cy="4328750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3D957A4-77E3-3259-1BF4-8508FD8D67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8582553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58261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0B4681-AF07-098C-F3D6-FF6AD7D39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87" y="1322615"/>
            <a:ext cx="5154690" cy="4000499"/>
          </a:xfrm>
          <a:prstGeom prst="rect">
            <a:avLst/>
          </a:prstGeom>
        </p:spPr>
      </p:pic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49B4133-6FAA-F192-3C61-9E180B3ABC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35331272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043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9F19EAB-128F-D6BE-A099-D889B63EE848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Adaptive Rule Results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5355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B338541-3C85-E394-0804-89DB1CE9E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55338" y="1420393"/>
            <a:ext cx="6245762" cy="4767173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6CE8BBDF-7EFF-1975-B96F-71B63ABC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52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423F6-CC95-4490-92BE-D3AFA9A03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34CA21E1-661E-A12D-4F97-369C95A907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52531" y="1825625"/>
            <a:ext cx="6086937" cy="4351338"/>
          </a:xfrm>
        </p:spPr>
      </p:pic>
    </p:spTree>
    <p:extLst>
      <p:ext uri="{BB962C8B-B14F-4D97-AF65-F5344CB8AC3E}">
        <p14:creationId xmlns:p14="http://schemas.microsoft.com/office/powerpoint/2010/main" val="2019657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</TotalTime>
  <Words>21</Words>
  <Application>Microsoft Macintosh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Veronica Diaz Pacheco</dc:creator>
  <cp:lastModifiedBy>Veronica Diaz Pacheco</cp:lastModifiedBy>
  <cp:revision>4</cp:revision>
  <dcterms:created xsi:type="dcterms:W3CDTF">2025-11-06T18:35:23Z</dcterms:created>
  <dcterms:modified xsi:type="dcterms:W3CDTF">2025-11-07T05:42:29Z</dcterms:modified>
</cp:coreProperties>
</file>